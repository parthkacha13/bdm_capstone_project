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b="0" baseline="0" cap="none" i="0" spc="0" strike="noStrike" sz="5000" u="none" kumimoji="0" normalizeH="0">
        <a:ln>
          <a:noFill/>
        </a:ln>
        <a:solidFill>
          <a:srgbClr val="3E231A"/>
        </a:solidFill>
        <a:effectLst/>
        <a:uFillTx/>
        <a:latin typeface="+mn-lt"/>
        <a:ea typeface="+mn-ea"/>
        <a:cs typeface="+mn-cs"/>
        <a:sym typeface="Papyrus"/>
      </a:defRPr>
    </a:lvl1pPr>
    <a:lvl2pPr marL="0" marR="0" indent="0" algn="ctr" defTabSz="825500" rtl="0" fontAlgn="auto" latinLnBrk="0" hangingPunct="0">
      <a:lnSpc>
        <a:spcPct val="100000"/>
      </a:lnSpc>
      <a:spcBef>
        <a:spcPts val="0"/>
      </a:spcBef>
      <a:spcAft>
        <a:spcPts val="0"/>
      </a:spcAft>
      <a:buClrTx/>
      <a:buSzTx/>
      <a:buFontTx/>
      <a:buNone/>
      <a:tabLst/>
      <a:defRPr b="0" baseline="0" cap="none" i="0" spc="0" strike="noStrike" sz="5000" u="none" kumimoji="0" normalizeH="0">
        <a:ln>
          <a:noFill/>
        </a:ln>
        <a:solidFill>
          <a:srgbClr val="3E231A"/>
        </a:solidFill>
        <a:effectLst/>
        <a:uFillTx/>
        <a:latin typeface="+mn-lt"/>
        <a:ea typeface="+mn-ea"/>
        <a:cs typeface="+mn-cs"/>
        <a:sym typeface="Papyrus"/>
      </a:defRPr>
    </a:lvl2pPr>
    <a:lvl3pPr marL="0" marR="0" indent="0" algn="ctr" defTabSz="825500" rtl="0" fontAlgn="auto" latinLnBrk="0" hangingPunct="0">
      <a:lnSpc>
        <a:spcPct val="100000"/>
      </a:lnSpc>
      <a:spcBef>
        <a:spcPts val="0"/>
      </a:spcBef>
      <a:spcAft>
        <a:spcPts val="0"/>
      </a:spcAft>
      <a:buClrTx/>
      <a:buSzTx/>
      <a:buFontTx/>
      <a:buNone/>
      <a:tabLst/>
      <a:defRPr b="0" baseline="0" cap="none" i="0" spc="0" strike="noStrike" sz="5000" u="none" kumimoji="0" normalizeH="0">
        <a:ln>
          <a:noFill/>
        </a:ln>
        <a:solidFill>
          <a:srgbClr val="3E231A"/>
        </a:solidFill>
        <a:effectLst/>
        <a:uFillTx/>
        <a:latin typeface="+mn-lt"/>
        <a:ea typeface="+mn-ea"/>
        <a:cs typeface="+mn-cs"/>
        <a:sym typeface="Papyrus"/>
      </a:defRPr>
    </a:lvl3pPr>
    <a:lvl4pPr marL="0" marR="0" indent="0" algn="ctr" defTabSz="825500" rtl="0" fontAlgn="auto" latinLnBrk="0" hangingPunct="0">
      <a:lnSpc>
        <a:spcPct val="100000"/>
      </a:lnSpc>
      <a:spcBef>
        <a:spcPts val="0"/>
      </a:spcBef>
      <a:spcAft>
        <a:spcPts val="0"/>
      </a:spcAft>
      <a:buClrTx/>
      <a:buSzTx/>
      <a:buFontTx/>
      <a:buNone/>
      <a:tabLst/>
      <a:defRPr b="0" baseline="0" cap="none" i="0" spc="0" strike="noStrike" sz="5000" u="none" kumimoji="0" normalizeH="0">
        <a:ln>
          <a:noFill/>
        </a:ln>
        <a:solidFill>
          <a:srgbClr val="3E231A"/>
        </a:solidFill>
        <a:effectLst/>
        <a:uFillTx/>
        <a:latin typeface="+mn-lt"/>
        <a:ea typeface="+mn-ea"/>
        <a:cs typeface="+mn-cs"/>
        <a:sym typeface="Papyrus"/>
      </a:defRPr>
    </a:lvl4pPr>
    <a:lvl5pPr marL="0" marR="0" indent="0" algn="ctr" defTabSz="825500" rtl="0" fontAlgn="auto" latinLnBrk="0" hangingPunct="0">
      <a:lnSpc>
        <a:spcPct val="100000"/>
      </a:lnSpc>
      <a:spcBef>
        <a:spcPts val="0"/>
      </a:spcBef>
      <a:spcAft>
        <a:spcPts val="0"/>
      </a:spcAft>
      <a:buClrTx/>
      <a:buSzTx/>
      <a:buFontTx/>
      <a:buNone/>
      <a:tabLst/>
      <a:defRPr b="0" baseline="0" cap="none" i="0" spc="0" strike="noStrike" sz="5000" u="none" kumimoji="0" normalizeH="0">
        <a:ln>
          <a:noFill/>
        </a:ln>
        <a:solidFill>
          <a:srgbClr val="3E231A"/>
        </a:solidFill>
        <a:effectLst/>
        <a:uFillTx/>
        <a:latin typeface="+mn-lt"/>
        <a:ea typeface="+mn-ea"/>
        <a:cs typeface="+mn-cs"/>
        <a:sym typeface="Papyrus"/>
      </a:defRPr>
    </a:lvl5pPr>
    <a:lvl6pPr marL="0" marR="0" indent="0" algn="ctr" defTabSz="825500" rtl="0" fontAlgn="auto" latinLnBrk="0" hangingPunct="0">
      <a:lnSpc>
        <a:spcPct val="100000"/>
      </a:lnSpc>
      <a:spcBef>
        <a:spcPts val="0"/>
      </a:spcBef>
      <a:spcAft>
        <a:spcPts val="0"/>
      </a:spcAft>
      <a:buClrTx/>
      <a:buSzTx/>
      <a:buFontTx/>
      <a:buNone/>
      <a:tabLst/>
      <a:defRPr b="0" baseline="0" cap="none" i="0" spc="0" strike="noStrike" sz="5000" u="none" kumimoji="0" normalizeH="0">
        <a:ln>
          <a:noFill/>
        </a:ln>
        <a:solidFill>
          <a:srgbClr val="3E231A"/>
        </a:solidFill>
        <a:effectLst/>
        <a:uFillTx/>
        <a:latin typeface="+mn-lt"/>
        <a:ea typeface="+mn-ea"/>
        <a:cs typeface="+mn-cs"/>
        <a:sym typeface="Papyrus"/>
      </a:defRPr>
    </a:lvl6pPr>
    <a:lvl7pPr marL="0" marR="0" indent="0" algn="ctr" defTabSz="825500" rtl="0" fontAlgn="auto" latinLnBrk="0" hangingPunct="0">
      <a:lnSpc>
        <a:spcPct val="100000"/>
      </a:lnSpc>
      <a:spcBef>
        <a:spcPts val="0"/>
      </a:spcBef>
      <a:spcAft>
        <a:spcPts val="0"/>
      </a:spcAft>
      <a:buClrTx/>
      <a:buSzTx/>
      <a:buFontTx/>
      <a:buNone/>
      <a:tabLst/>
      <a:defRPr b="0" baseline="0" cap="none" i="0" spc="0" strike="noStrike" sz="5000" u="none" kumimoji="0" normalizeH="0">
        <a:ln>
          <a:noFill/>
        </a:ln>
        <a:solidFill>
          <a:srgbClr val="3E231A"/>
        </a:solidFill>
        <a:effectLst/>
        <a:uFillTx/>
        <a:latin typeface="+mn-lt"/>
        <a:ea typeface="+mn-ea"/>
        <a:cs typeface="+mn-cs"/>
        <a:sym typeface="Papyrus"/>
      </a:defRPr>
    </a:lvl7pPr>
    <a:lvl8pPr marL="0" marR="0" indent="0" algn="ctr" defTabSz="825500" rtl="0" fontAlgn="auto" latinLnBrk="0" hangingPunct="0">
      <a:lnSpc>
        <a:spcPct val="100000"/>
      </a:lnSpc>
      <a:spcBef>
        <a:spcPts val="0"/>
      </a:spcBef>
      <a:spcAft>
        <a:spcPts val="0"/>
      </a:spcAft>
      <a:buClrTx/>
      <a:buSzTx/>
      <a:buFontTx/>
      <a:buNone/>
      <a:tabLst/>
      <a:defRPr b="0" baseline="0" cap="none" i="0" spc="0" strike="noStrike" sz="5000" u="none" kumimoji="0" normalizeH="0">
        <a:ln>
          <a:noFill/>
        </a:ln>
        <a:solidFill>
          <a:srgbClr val="3E231A"/>
        </a:solidFill>
        <a:effectLst/>
        <a:uFillTx/>
        <a:latin typeface="+mn-lt"/>
        <a:ea typeface="+mn-ea"/>
        <a:cs typeface="+mn-cs"/>
        <a:sym typeface="Papyrus"/>
      </a:defRPr>
    </a:lvl8pPr>
    <a:lvl9pPr marL="0" marR="0" indent="0" algn="ctr" defTabSz="825500" rtl="0" fontAlgn="auto" latinLnBrk="0" hangingPunct="0">
      <a:lnSpc>
        <a:spcPct val="100000"/>
      </a:lnSpc>
      <a:spcBef>
        <a:spcPts val="0"/>
      </a:spcBef>
      <a:spcAft>
        <a:spcPts val="0"/>
      </a:spcAft>
      <a:buClrTx/>
      <a:buSzTx/>
      <a:buFontTx/>
      <a:buNone/>
      <a:tabLst/>
      <a:defRPr b="0" baseline="0" cap="none" i="0" spc="0" strike="noStrike" sz="5000" u="none" kumimoji="0" normalizeH="0">
        <a:ln>
          <a:noFill/>
        </a:ln>
        <a:solidFill>
          <a:srgbClr val="3E231A"/>
        </a:solidFill>
        <a:effectLst/>
        <a:uFillTx/>
        <a:latin typeface="+mn-lt"/>
        <a:ea typeface="+mn-ea"/>
        <a:cs typeface="+mn-cs"/>
        <a:sym typeface="Papyru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3E231A"/>
        </a:fontRef>
        <a:srgbClr val="3E231A"/>
      </a:tcTxStyle>
      <a:tcStyle>
        <a:tcBdr>
          <a:left>
            <a:ln w="12700" cap="flat">
              <a:solidFill>
                <a:srgbClr val="3E231A"/>
              </a:solidFill>
              <a:prstDash val="solid"/>
              <a:miter lim="400000"/>
            </a:ln>
          </a:left>
          <a:right>
            <a:ln w="12700" cap="flat">
              <a:solidFill>
                <a:srgbClr val="3E231A"/>
              </a:solidFill>
              <a:prstDash val="solid"/>
              <a:miter lim="400000"/>
            </a:ln>
          </a:right>
          <a:top>
            <a:ln w="12700" cap="flat">
              <a:solidFill>
                <a:srgbClr val="3E231A"/>
              </a:solidFill>
              <a:prstDash val="solid"/>
              <a:miter lim="400000"/>
            </a:ln>
          </a:top>
          <a:bottom>
            <a:ln w="12700" cap="flat">
              <a:solidFill>
                <a:srgbClr val="3E231A"/>
              </a:solidFill>
              <a:prstDash val="solid"/>
              <a:miter lim="400000"/>
            </a:ln>
          </a:bottom>
          <a:insideH>
            <a:ln w="12700" cap="flat">
              <a:solidFill>
                <a:srgbClr val="3E231A"/>
              </a:solidFill>
              <a:prstDash val="solid"/>
              <a:miter lim="400000"/>
            </a:ln>
          </a:insideH>
          <a:insideV>
            <a:ln w="12700" cap="flat">
              <a:solidFill>
                <a:srgbClr val="3E231A"/>
              </a:solidFill>
              <a:prstDash val="solid"/>
              <a:miter lim="400000"/>
            </a:ln>
          </a:insideV>
        </a:tcBdr>
        <a:fill>
          <a:noFill/>
        </a:fill>
      </a:tcStyle>
    </a:wholeTbl>
    <a:band2H>
      <a:tcTxStyle b="def" i="def"/>
      <a:tcStyle>
        <a:tcBdr/>
        <a:fill>
          <a:solidFill>
            <a:srgbClr val="FFEBD2">
              <a:alpha val="48000"/>
            </a:srgbClr>
          </a:solidFill>
        </a:fill>
      </a:tcStyle>
    </a:band2H>
    <a:firstCol>
      <a:tcTxStyle b="off" i="off">
        <a:fontRef idx="minor">
          <a:srgbClr val="3E231A"/>
        </a:fontRef>
        <a:srgbClr val="3E231A"/>
      </a:tcTxStyle>
      <a:tcStyle>
        <a:tcBdr>
          <a:left>
            <a:ln w="12700" cap="flat">
              <a:solidFill>
                <a:srgbClr val="3E231A"/>
              </a:solidFill>
              <a:prstDash val="solid"/>
              <a:miter lim="400000"/>
            </a:ln>
          </a:left>
          <a:right>
            <a:ln w="12700" cap="flat">
              <a:solidFill>
                <a:srgbClr val="3E231A"/>
              </a:solidFill>
              <a:prstDash val="solid"/>
              <a:miter lim="400000"/>
            </a:ln>
          </a:right>
          <a:top>
            <a:ln w="12700" cap="flat">
              <a:solidFill>
                <a:srgbClr val="3E231A"/>
              </a:solidFill>
              <a:prstDash val="solid"/>
              <a:miter lim="400000"/>
            </a:ln>
          </a:top>
          <a:bottom>
            <a:ln w="12700" cap="flat">
              <a:solidFill>
                <a:srgbClr val="3E231A"/>
              </a:solidFill>
              <a:prstDash val="solid"/>
              <a:miter lim="400000"/>
            </a:ln>
          </a:bottom>
          <a:insideH>
            <a:ln w="12700" cap="flat">
              <a:solidFill>
                <a:srgbClr val="3E231A"/>
              </a:solidFill>
              <a:prstDash val="solid"/>
              <a:miter lim="400000"/>
            </a:ln>
          </a:insideH>
          <a:insideV>
            <a:ln w="12700" cap="flat">
              <a:solidFill>
                <a:srgbClr val="3E231A"/>
              </a:solidFill>
              <a:prstDash val="solid"/>
              <a:miter lim="400000"/>
            </a:ln>
          </a:insideV>
        </a:tcBdr>
        <a:fill>
          <a:solidFill>
            <a:srgbClr val="D6A96F">
              <a:alpha val="48000"/>
            </a:srgbClr>
          </a:solidFill>
        </a:fill>
      </a:tcStyle>
    </a:firstCol>
    <a:lastRow>
      <a:tcTxStyle b="off" i="off">
        <a:fontRef idx="minor">
          <a:srgbClr val="3E231A"/>
        </a:fontRef>
        <a:srgbClr val="3E231A"/>
      </a:tcTxStyle>
      <a:tcStyle>
        <a:tcBdr>
          <a:left>
            <a:ln w="12700" cap="flat">
              <a:solidFill>
                <a:srgbClr val="3E231A"/>
              </a:solidFill>
              <a:prstDash val="solid"/>
              <a:miter lim="400000"/>
            </a:ln>
          </a:left>
          <a:right>
            <a:ln w="12700" cap="flat">
              <a:solidFill>
                <a:srgbClr val="3E231A"/>
              </a:solidFill>
              <a:prstDash val="solid"/>
              <a:miter lim="400000"/>
            </a:ln>
          </a:right>
          <a:top>
            <a:ln w="12700" cap="flat">
              <a:solidFill>
                <a:srgbClr val="3E231A"/>
              </a:solidFill>
              <a:prstDash val="solid"/>
              <a:miter lim="400000"/>
            </a:ln>
          </a:top>
          <a:bottom>
            <a:ln w="12700" cap="flat">
              <a:solidFill>
                <a:srgbClr val="3E231A"/>
              </a:solidFill>
              <a:prstDash val="solid"/>
              <a:miter lim="400000"/>
            </a:ln>
          </a:bottom>
          <a:insideH>
            <a:ln w="12700" cap="flat">
              <a:solidFill>
                <a:srgbClr val="3E231A"/>
              </a:solidFill>
              <a:prstDash val="solid"/>
              <a:miter lim="400000"/>
            </a:ln>
          </a:insideH>
          <a:insideV>
            <a:ln w="12700" cap="flat">
              <a:solidFill>
                <a:srgbClr val="3E231A"/>
              </a:solidFill>
              <a:prstDash val="solid"/>
              <a:miter lim="400000"/>
            </a:ln>
          </a:insideV>
        </a:tcBdr>
        <a:fill>
          <a:solidFill>
            <a:srgbClr val="D6A96F">
              <a:alpha val="48000"/>
            </a:srgbClr>
          </a:solidFill>
        </a:fill>
      </a:tcStyle>
    </a:lastRow>
    <a:firstRow>
      <a:tcTxStyle b="off" i="off">
        <a:fontRef idx="minor">
          <a:srgbClr val="3E231A"/>
        </a:fontRef>
        <a:srgbClr val="3E231A"/>
      </a:tcTxStyle>
      <a:tcStyle>
        <a:tcBdr>
          <a:left>
            <a:ln w="12700" cap="flat">
              <a:solidFill>
                <a:srgbClr val="3E231A"/>
              </a:solidFill>
              <a:prstDash val="solid"/>
              <a:miter lim="400000"/>
            </a:ln>
          </a:left>
          <a:right>
            <a:ln w="12700" cap="flat">
              <a:solidFill>
                <a:srgbClr val="3E231A"/>
              </a:solidFill>
              <a:prstDash val="solid"/>
              <a:miter lim="400000"/>
            </a:ln>
          </a:right>
          <a:top>
            <a:ln w="12700" cap="flat">
              <a:solidFill>
                <a:srgbClr val="3E231A"/>
              </a:solidFill>
              <a:prstDash val="solid"/>
              <a:miter lim="400000"/>
            </a:ln>
          </a:top>
          <a:bottom>
            <a:ln w="12700" cap="flat">
              <a:solidFill>
                <a:srgbClr val="3E231A"/>
              </a:solidFill>
              <a:prstDash val="solid"/>
              <a:miter lim="400000"/>
            </a:ln>
          </a:bottom>
          <a:insideH>
            <a:ln w="12700" cap="flat">
              <a:solidFill>
                <a:srgbClr val="3E231A"/>
              </a:solidFill>
              <a:prstDash val="solid"/>
              <a:miter lim="400000"/>
            </a:ln>
          </a:insideH>
          <a:insideV>
            <a:ln w="12700" cap="flat">
              <a:solidFill>
                <a:srgbClr val="3E231A"/>
              </a:solidFill>
              <a:prstDash val="solid"/>
              <a:miter lim="400000"/>
            </a:ln>
          </a:insideV>
        </a:tcBdr>
        <a:fill>
          <a:solidFill>
            <a:srgbClr val="D6A96F">
              <a:alpha val="48000"/>
            </a:srgbClr>
          </a:solidFill>
        </a:fill>
      </a:tcStyle>
    </a:firstRow>
  </a:tblStyle>
  <a:tblStyle styleId="{C7B018BB-80A7-4F77-B60F-C8B233D01FF8}" styleName="">
    <a:tblBg/>
    <a:wholeTbl>
      <a:tcTxStyle b="off" i="off">
        <a:fontRef idx="minor">
          <a:srgbClr val="3E231A"/>
        </a:fontRef>
        <a:srgbClr val="3E231A"/>
      </a:tcTxStyle>
      <a:tcStyle>
        <a:tcBdr>
          <a:left>
            <a:ln w="12700" cap="flat">
              <a:noFill/>
              <a:miter lim="400000"/>
            </a:ln>
          </a:left>
          <a:right>
            <a:ln w="12700" cap="flat">
              <a:noFill/>
              <a:miter lim="400000"/>
            </a:ln>
          </a:right>
          <a:top>
            <a:ln w="12700" cap="flat">
              <a:solidFill>
                <a:srgbClr val="3E231A"/>
              </a:solidFill>
              <a:prstDash val="solid"/>
              <a:miter lim="400000"/>
            </a:ln>
          </a:top>
          <a:bottom>
            <a:ln w="12700" cap="flat">
              <a:solidFill>
                <a:srgbClr val="3E231A"/>
              </a:solidFill>
              <a:prstDash val="solid"/>
              <a:miter lim="400000"/>
            </a:ln>
          </a:bottom>
          <a:insideH>
            <a:ln w="12700" cap="flat">
              <a:solidFill>
                <a:srgbClr val="3E231A"/>
              </a:solidFill>
              <a:prstDash val="solid"/>
              <a:miter lim="400000"/>
            </a:ln>
          </a:insideH>
          <a:insideV>
            <a:ln w="12700" cap="flat">
              <a:noFill/>
              <a:miter lim="400000"/>
            </a:ln>
          </a:insideV>
        </a:tcBdr>
        <a:fill>
          <a:noFill/>
        </a:fill>
      </a:tcStyle>
    </a:wholeTbl>
    <a:band2H>
      <a:tcTxStyle b="def" i="def"/>
      <a:tcStyle>
        <a:tcBdr/>
        <a:fill>
          <a:solidFill>
            <a:srgbClr val="76654F">
              <a:alpha val="20000"/>
            </a:srgbClr>
          </a:solidFill>
        </a:fill>
      </a:tcStyle>
    </a:band2H>
    <a:firstCol>
      <a:tcTxStyle b="off" i="off">
        <a:fontRef idx="minor">
          <a:srgbClr val="FFFFFF"/>
        </a:fontRef>
        <a:srgbClr val="FFFFFF"/>
      </a:tcTxStyle>
      <a:tcStyle>
        <a:tcBdr>
          <a:left>
            <a:ln w="12700" cap="flat">
              <a:solidFill>
                <a:srgbClr val="3E231A"/>
              </a:solidFill>
              <a:prstDash val="solid"/>
              <a:miter lim="400000"/>
            </a:ln>
          </a:left>
          <a:right>
            <a:ln w="12700" cap="flat">
              <a:solidFill>
                <a:srgbClr val="3E231A"/>
              </a:solidFill>
              <a:prstDash val="solid"/>
              <a:miter lim="400000"/>
            </a:ln>
          </a:right>
          <a:top>
            <a:ln w="12700" cap="flat">
              <a:noFill/>
              <a:miter lim="400000"/>
            </a:ln>
          </a:top>
          <a:bottom>
            <a:ln w="12700" cap="flat">
              <a:noFill/>
              <a:miter lim="400000"/>
            </a:ln>
          </a:bottom>
          <a:insideH>
            <a:ln w="12700" cap="flat">
              <a:noFill/>
              <a:miter lim="400000"/>
            </a:ln>
          </a:insideH>
          <a:insideV>
            <a:ln w="12700" cap="flat">
              <a:solidFill>
                <a:srgbClr val="3E231A"/>
              </a:solidFill>
              <a:prstDash val="solid"/>
              <a:miter lim="400000"/>
            </a:ln>
          </a:insideV>
        </a:tcBdr>
        <a:fill>
          <a:solidFill>
            <a:srgbClr val="9BA7B4">
              <a:alpha val="90000"/>
            </a:srgb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3E231A"/>
              </a:solidFill>
              <a:prstDash val="solid"/>
              <a:miter lim="400000"/>
            </a:ln>
          </a:top>
          <a:bottom>
            <a:ln w="12700" cap="flat">
              <a:solidFill>
                <a:srgbClr val="3E231A"/>
              </a:solidFill>
              <a:prstDash val="solid"/>
              <a:miter lim="400000"/>
            </a:ln>
          </a:bottom>
          <a:insideH>
            <a:ln w="12700" cap="flat">
              <a:solidFill>
                <a:srgbClr val="3E231A"/>
              </a:solidFill>
              <a:prstDash val="solid"/>
              <a:miter lim="400000"/>
            </a:ln>
          </a:insideH>
          <a:insideV>
            <a:ln w="12700" cap="flat">
              <a:noFill/>
              <a:miter lim="400000"/>
            </a:ln>
          </a:insideV>
        </a:tcBdr>
        <a:fill>
          <a:solidFill>
            <a:srgbClr val="6F8B9E">
              <a:alpha val="90000"/>
            </a:srgbClr>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3E231A"/>
              </a:solidFill>
              <a:prstDash val="solid"/>
              <a:miter lim="400000"/>
            </a:ln>
          </a:top>
          <a:bottom>
            <a:ln w="12700" cap="flat">
              <a:solidFill>
                <a:srgbClr val="3E231A"/>
              </a:solidFill>
              <a:prstDash val="solid"/>
              <a:miter lim="400000"/>
            </a:ln>
          </a:bottom>
          <a:insideH>
            <a:ln w="12700" cap="flat">
              <a:solidFill>
                <a:srgbClr val="3E231A"/>
              </a:solidFill>
              <a:prstDash val="solid"/>
              <a:miter lim="400000"/>
            </a:ln>
          </a:insideH>
          <a:insideV>
            <a:ln w="12700" cap="flat">
              <a:noFill/>
              <a:miter lim="400000"/>
            </a:ln>
          </a:insideV>
        </a:tcBdr>
        <a:fill>
          <a:solidFill>
            <a:srgbClr val="6F8B9E">
              <a:alpha val="90000"/>
            </a:srgbClr>
          </a:solidFill>
        </a:fill>
      </a:tcStyle>
    </a:firstRow>
  </a:tblStyle>
  <a:tblStyle styleId="{EEE7283C-3CF3-47DC-8721-378D4A62B228}" styleName="">
    <a:tblBg/>
    <a:wholeTbl>
      <a:tcTxStyle b="off" i="off">
        <a:fontRef idx="minor">
          <a:srgbClr val="3E231A"/>
        </a:fontRef>
        <a:srgbClr val="3E231A"/>
      </a:tcTxStyle>
      <a:tcStyle>
        <a:tcBdr>
          <a:left>
            <a:ln w="12700" cap="flat">
              <a:noFill/>
              <a:miter lim="400000"/>
            </a:ln>
          </a:left>
          <a:right>
            <a:ln w="12700" cap="flat">
              <a:noFill/>
              <a:miter lim="400000"/>
            </a:ln>
          </a:right>
          <a:top>
            <a:ln w="12700" cap="flat">
              <a:solidFill>
                <a:srgbClr val="3D231A"/>
              </a:solidFill>
              <a:prstDash val="solid"/>
              <a:miter lim="400000"/>
            </a:ln>
          </a:top>
          <a:bottom>
            <a:ln w="12700" cap="flat">
              <a:solidFill>
                <a:srgbClr val="3D231A"/>
              </a:solidFill>
              <a:prstDash val="solid"/>
              <a:miter lim="400000"/>
            </a:ln>
          </a:bottom>
          <a:insideH>
            <a:ln w="12700" cap="flat">
              <a:solidFill>
                <a:srgbClr val="3D231A"/>
              </a:solidFill>
              <a:prstDash val="solid"/>
              <a:miter lim="400000"/>
            </a:ln>
          </a:insideH>
          <a:insideV>
            <a:ln w="12700" cap="flat">
              <a:noFill/>
              <a:miter lim="400000"/>
            </a:ln>
          </a:insideV>
        </a:tcBdr>
        <a:fill>
          <a:noFill/>
        </a:fill>
      </a:tcStyle>
    </a:wholeTbl>
    <a:band2H>
      <a:tcTxStyle b="def" i="def"/>
      <a:tcStyle>
        <a:tcBdr/>
        <a:fill>
          <a:solidFill>
            <a:srgbClr val="B1A596">
              <a:alpha val="20000"/>
            </a:srgbClr>
          </a:solidFill>
        </a:fill>
      </a:tcStyle>
    </a:band2H>
    <a:firstCol>
      <a:tcTxStyle b="off" i="off">
        <a:fontRef idx="minor">
          <a:srgbClr val="3E231A"/>
        </a:fontRef>
        <a:srgbClr val="3E231A"/>
      </a:tcTxStyle>
      <a:tcStyle>
        <a:tcBdr>
          <a:left>
            <a:ln w="12700" cap="flat">
              <a:solidFill>
                <a:srgbClr val="3D231A"/>
              </a:solidFill>
              <a:prstDash val="solid"/>
              <a:miter lim="400000"/>
            </a:ln>
          </a:left>
          <a:right>
            <a:ln w="12700" cap="flat">
              <a:solidFill>
                <a:srgbClr val="3D231A"/>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BCA581">
              <a:alpha val="50000"/>
            </a:srgbClr>
          </a:solidFill>
        </a:fill>
      </a:tcStyle>
    </a:firstCol>
    <a:lastRow>
      <a:tcTxStyle b="off" i="off">
        <a:fontRef idx="minor">
          <a:srgbClr val="3E231A"/>
        </a:fontRef>
        <a:srgbClr val="3E231A"/>
      </a:tcTxStyle>
      <a:tcStyle>
        <a:tcBdr>
          <a:left>
            <a:ln w="12700" cap="flat">
              <a:noFill/>
              <a:miter lim="400000"/>
            </a:ln>
          </a:left>
          <a:right>
            <a:ln w="12700" cap="flat">
              <a:noFill/>
              <a:miter lim="400000"/>
            </a:ln>
          </a:right>
          <a:top>
            <a:ln w="25400" cap="flat">
              <a:solidFill>
                <a:srgbClr val="3D231A"/>
              </a:solidFill>
              <a:prstDash val="solid"/>
              <a:miter lim="400000"/>
            </a:ln>
          </a:top>
          <a:bottom>
            <a:ln w="12700" cap="flat">
              <a:solidFill>
                <a:srgbClr val="3D231A"/>
              </a:solidFill>
              <a:prstDash val="solid"/>
              <a:miter lim="400000"/>
            </a:ln>
          </a:bottom>
          <a:insideH>
            <a:ln w="12700" cap="flat">
              <a:solidFill>
                <a:srgbClr val="3D231A"/>
              </a:solidFill>
              <a:prstDash val="solid"/>
              <a:miter lim="400000"/>
            </a:ln>
          </a:insideH>
          <a:insideV>
            <a:ln w="12700" cap="flat">
              <a:noFill/>
              <a:miter lim="400000"/>
            </a:ln>
          </a:insideV>
        </a:tcBdr>
        <a:fill>
          <a:no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3D231A"/>
              </a:solidFill>
              <a:prstDash val="solid"/>
              <a:miter lim="400000"/>
            </a:ln>
          </a:top>
          <a:bottom>
            <a:ln w="12700" cap="flat">
              <a:solidFill>
                <a:srgbClr val="3D231A"/>
              </a:solidFill>
              <a:prstDash val="solid"/>
              <a:miter lim="400000"/>
            </a:ln>
          </a:bottom>
          <a:insideH>
            <a:ln w="12700" cap="flat">
              <a:solidFill>
                <a:srgbClr val="3D231A"/>
              </a:solidFill>
              <a:prstDash val="solid"/>
              <a:miter lim="400000"/>
            </a:ln>
          </a:insideH>
          <a:insideV>
            <a:ln w="12700" cap="flat">
              <a:noFill/>
              <a:miter lim="400000"/>
            </a:ln>
          </a:insideV>
        </a:tcBdr>
        <a:fill>
          <a:solidFill>
            <a:srgbClr val="A56333">
              <a:alpha val="75000"/>
            </a:srgbClr>
          </a:solidFill>
        </a:fill>
      </a:tcStyle>
    </a:firstRow>
  </a:tblStyle>
  <a:tblStyle styleId="{CF821DB8-F4EB-4A41-A1BA-3FCAFE7338EE}" styleName="">
    <a:tblBg/>
    <a:wholeTbl>
      <a:tcTxStyle b="off" i="off">
        <a:fontRef idx="minor">
          <a:srgbClr val="3E231A"/>
        </a:fontRef>
        <a:srgbClr val="3E231A"/>
      </a:tcTxStyle>
      <a:tcStyle>
        <a:tcBdr>
          <a:left>
            <a:ln w="12700" cap="flat">
              <a:noFill/>
              <a:miter lim="400000"/>
            </a:ln>
          </a:left>
          <a:right>
            <a:ln w="12700" cap="flat">
              <a:noFill/>
              <a:miter lim="400000"/>
            </a:ln>
          </a:right>
          <a:top>
            <a:ln w="12700" cap="flat">
              <a:solidFill>
                <a:srgbClr val="3E231A"/>
              </a:solidFill>
              <a:prstDash val="solid"/>
              <a:miter lim="400000"/>
            </a:ln>
          </a:top>
          <a:bottom>
            <a:ln w="12700" cap="flat">
              <a:solidFill>
                <a:srgbClr val="3E231A"/>
              </a:solidFill>
              <a:prstDash val="solid"/>
              <a:miter lim="400000"/>
            </a:ln>
          </a:bottom>
          <a:insideH>
            <a:ln w="12700" cap="flat">
              <a:solidFill>
                <a:srgbClr val="3E231A"/>
              </a:solidFill>
              <a:prstDash val="solid"/>
              <a:miter lim="400000"/>
            </a:ln>
          </a:insideH>
          <a:insideV>
            <a:ln w="12700" cap="flat">
              <a:noFill/>
              <a:miter lim="400000"/>
            </a:ln>
          </a:insideV>
        </a:tcBdr>
        <a:fill>
          <a:solidFill>
            <a:srgbClr val="C19B68">
              <a:alpha val="50000"/>
            </a:srgbClr>
          </a:solidFill>
        </a:fill>
      </a:tcStyle>
    </a:wholeTbl>
    <a:band2H>
      <a:tcTxStyle b="def" i="def"/>
      <a:tcStyle>
        <a:tcBdr/>
        <a:fill>
          <a:solidFill>
            <a:srgbClr val="C09B6C">
              <a:alpha val="26000"/>
            </a:srgbClr>
          </a:solidFill>
        </a:fill>
      </a:tcStyle>
    </a:band2H>
    <a:firstCol>
      <a:tcTxStyle b="off" i="off">
        <a:fontRef idx="minor">
          <a:srgbClr val="FFFFFF"/>
        </a:fontRef>
        <a:srgbClr val="FFFFFF"/>
      </a:tcTxStyle>
      <a:tcStyle>
        <a:tcBdr>
          <a:left>
            <a:ln w="12700" cap="flat">
              <a:solidFill>
                <a:srgbClr val="3E231A"/>
              </a:solidFill>
              <a:prstDash val="solid"/>
              <a:miter lim="400000"/>
            </a:ln>
          </a:left>
          <a:right>
            <a:ln w="12700" cap="flat">
              <a:solidFill>
                <a:srgbClr val="3E231A"/>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845C39">
              <a:alpha val="80000"/>
            </a:srgbClr>
          </a:solidFill>
        </a:fill>
      </a:tcStyle>
    </a:firstCol>
    <a:la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3E231A"/>
              </a:solidFill>
              <a:prstDash val="solid"/>
              <a:miter lim="400000"/>
            </a:ln>
          </a:top>
          <a:bottom>
            <a:ln w="12700" cap="flat">
              <a:solidFill>
                <a:srgbClr val="3E231A"/>
              </a:solidFill>
              <a:prstDash val="solid"/>
              <a:miter lim="400000"/>
            </a:ln>
          </a:bottom>
          <a:insideH>
            <a:ln w="12700" cap="flat">
              <a:noFill/>
              <a:miter lim="400000"/>
            </a:ln>
          </a:insideH>
          <a:insideV>
            <a:ln w="12700" cap="flat">
              <a:noFill/>
              <a:miter lim="400000"/>
            </a:ln>
          </a:insideV>
        </a:tcBdr>
        <a:fill>
          <a:solidFill>
            <a:srgbClr val="A77A48">
              <a:alpha val="81000"/>
            </a:srgbClr>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3E231A"/>
              </a:solidFill>
              <a:prstDash val="solid"/>
              <a:miter lim="400000"/>
            </a:ln>
          </a:top>
          <a:bottom>
            <a:ln w="12700" cap="flat">
              <a:solidFill>
                <a:srgbClr val="3E231A"/>
              </a:solidFill>
              <a:prstDash val="solid"/>
              <a:miter lim="400000"/>
            </a:ln>
          </a:bottom>
          <a:insideH>
            <a:ln w="12700" cap="flat">
              <a:noFill/>
              <a:miter lim="400000"/>
            </a:ln>
          </a:insideH>
          <a:insideV>
            <a:ln w="12700" cap="flat">
              <a:noFill/>
              <a:miter lim="400000"/>
            </a:ln>
          </a:insideV>
        </a:tcBdr>
        <a:fill>
          <a:solidFill>
            <a:srgbClr val="633E29">
              <a:alpha val="85000"/>
            </a:srgbClr>
          </a:solidFill>
        </a:fill>
      </a:tcStyle>
    </a:firstRow>
  </a:tblStyle>
  <a:tblStyle styleId="{33BA23B1-9221-436E-865A-0063620EA4FD}" styleName="">
    <a:tblBg/>
    <a:wholeTbl>
      <a:tcTxStyle b="off" i="off">
        <a:fontRef idx="minor">
          <a:srgbClr val="3E231A"/>
        </a:fontRef>
        <a:srgbClr val="3E231A"/>
      </a:tcTxStyle>
      <a:tcStyle>
        <a:tcBdr>
          <a:left>
            <a:ln w="12700" cap="flat">
              <a:noFill/>
              <a:miter lim="400000"/>
            </a:ln>
          </a:left>
          <a:right>
            <a:ln w="12700" cap="flat">
              <a:noFill/>
              <a:miter lim="400000"/>
            </a:ln>
          </a:right>
          <a:top>
            <a:ln w="12700" cap="flat">
              <a:solidFill>
                <a:srgbClr val="828D8E"/>
              </a:solidFill>
              <a:prstDash val="solid"/>
              <a:miter lim="400000"/>
            </a:ln>
          </a:top>
          <a:bottom>
            <a:ln w="12700" cap="flat">
              <a:solidFill>
                <a:srgbClr val="828D8E"/>
              </a:solidFill>
              <a:prstDash val="solid"/>
              <a:miter lim="400000"/>
            </a:ln>
          </a:bottom>
          <a:insideH>
            <a:ln w="12700" cap="flat">
              <a:solidFill>
                <a:srgbClr val="828D8E"/>
              </a:solidFill>
              <a:prstDash val="solid"/>
              <a:miter lim="400000"/>
            </a:ln>
          </a:insideH>
          <a:insideV>
            <a:ln w="12700" cap="flat">
              <a:noFill/>
              <a:miter lim="400000"/>
            </a:ln>
          </a:insideV>
        </a:tcBdr>
        <a:fill>
          <a:noFill/>
        </a:fill>
      </a:tcStyle>
    </a:wholeTbl>
    <a:band2H>
      <a:tcTxStyle b="def" i="def"/>
      <a:tcStyle>
        <a:tcBdr/>
        <a:fill>
          <a:solidFill>
            <a:srgbClr val="76654F">
              <a:alpha val="20000"/>
            </a:srgbClr>
          </a:solidFill>
        </a:fill>
      </a:tcStyle>
    </a:band2H>
    <a:firstCol>
      <a:tcTxStyle b="off" i="off">
        <a:fontRef idx="minor">
          <a:srgbClr val="3E231A"/>
        </a:fontRef>
        <a:srgbClr val="3E231A"/>
      </a:tcTxStyle>
      <a:tcStyle>
        <a:tcBdr>
          <a:left>
            <a:ln w="12700" cap="flat">
              <a:solidFill>
                <a:srgbClr val="828D8E"/>
              </a:solidFill>
              <a:prstDash val="solid"/>
              <a:miter lim="400000"/>
            </a:ln>
          </a:left>
          <a:right>
            <a:ln w="12700" cap="flat">
              <a:solidFill>
                <a:srgbClr val="828D8E"/>
              </a:solidFill>
              <a:prstDash val="solid"/>
              <a:miter lim="400000"/>
            </a:ln>
          </a:right>
          <a:top>
            <a:ln w="12700" cap="flat">
              <a:solidFill>
                <a:srgbClr val="828D8E"/>
              </a:solidFill>
              <a:prstDash val="solid"/>
              <a:miter lim="400000"/>
            </a:ln>
          </a:top>
          <a:bottom>
            <a:ln w="12700" cap="flat">
              <a:solidFill>
                <a:srgbClr val="828D8E"/>
              </a:solidFill>
              <a:prstDash val="solid"/>
              <a:miter lim="400000"/>
            </a:ln>
          </a:bottom>
          <a:insideH>
            <a:ln w="12700" cap="flat">
              <a:solidFill>
                <a:srgbClr val="828D8E"/>
              </a:solidFill>
              <a:prstDash val="solid"/>
              <a:miter lim="400000"/>
            </a:ln>
          </a:insideH>
          <a:insideV>
            <a:ln w="12700" cap="flat">
              <a:noFill/>
              <a:miter lim="400000"/>
            </a:ln>
          </a:insideV>
        </a:tcBdr>
        <a:fill>
          <a:solidFill>
            <a:srgbClr val="E6DFD8">
              <a:alpha val="61000"/>
            </a:srgbClr>
          </a:solidFill>
        </a:fill>
      </a:tcStyle>
    </a:firstCol>
    <a:lastRow>
      <a:tcTxStyle b="off" i="off">
        <a:fontRef idx="minor">
          <a:srgbClr val="3E231A"/>
        </a:fontRef>
        <a:srgbClr val="3E231A"/>
      </a:tcTxStyle>
      <a:tcStyle>
        <a:tcBdr>
          <a:left>
            <a:ln w="12700" cap="flat">
              <a:noFill/>
              <a:miter lim="400000"/>
            </a:ln>
          </a:left>
          <a:right>
            <a:ln w="12700" cap="flat">
              <a:noFill/>
              <a:miter lim="400000"/>
            </a:ln>
          </a:right>
          <a:top>
            <a:ln w="12700" cap="flat">
              <a:solidFill>
                <a:srgbClr val="828D8E"/>
              </a:solidFill>
              <a:prstDash val="solid"/>
              <a:miter lim="400000"/>
            </a:ln>
          </a:top>
          <a:bottom>
            <a:ln w="12700" cap="flat">
              <a:solidFill>
                <a:srgbClr val="828D8E"/>
              </a:solidFill>
              <a:prstDash val="solid"/>
              <a:miter lim="400000"/>
            </a:ln>
          </a:bottom>
          <a:insideH>
            <a:ln w="12700" cap="flat">
              <a:noFill/>
              <a:miter lim="400000"/>
            </a:ln>
          </a:insideH>
          <a:insideV>
            <a:ln w="12700" cap="flat">
              <a:noFill/>
              <a:miter lim="400000"/>
            </a:ln>
          </a:insideV>
        </a:tcBdr>
        <a:fill>
          <a:solidFill>
            <a:srgbClr val="E6DFD8">
              <a:alpha val="61000"/>
            </a:srgbClr>
          </a:solidFill>
        </a:fill>
      </a:tcStyle>
    </a:lastRow>
    <a:firstRow>
      <a:tcTxStyle b="off" i="off">
        <a:fontRef idx="minor">
          <a:srgbClr val="FFFFFF"/>
        </a:fontRef>
        <a:srgbClr val="FFFFFF"/>
      </a:tcTxStyle>
      <a:tcStyle>
        <a:tcBdr>
          <a:left>
            <a:ln w="12700" cap="flat">
              <a:noFill/>
              <a:miter lim="400000"/>
            </a:ln>
          </a:left>
          <a:right>
            <a:ln w="12700" cap="flat">
              <a:noFill/>
              <a:miter lim="400000"/>
            </a:ln>
          </a:right>
          <a:top>
            <a:ln w="12700" cap="flat">
              <a:solidFill>
                <a:srgbClr val="828D8E"/>
              </a:solidFill>
              <a:prstDash val="solid"/>
              <a:miter lim="400000"/>
            </a:ln>
          </a:top>
          <a:bottom>
            <a:ln w="12700" cap="flat">
              <a:solidFill>
                <a:srgbClr val="828D8E"/>
              </a:solidFill>
              <a:prstDash val="solid"/>
              <a:miter lim="400000"/>
            </a:ln>
          </a:bottom>
          <a:insideH>
            <a:ln w="12700" cap="flat">
              <a:noFill/>
              <a:miter lim="400000"/>
            </a:ln>
          </a:insideH>
          <a:insideV>
            <a:ln w="12700" cap="flat">
              <a:noFill/>
              <a:miter lim="400000"/>
            </a:ln>
          </a:insideV>
        </a:tcBdr>
        <a:fill>
          <a:solidFill>
            <a:srgbClr val="5D5E5F"/>
          </a:solidFill>
        </a:fill>
      </a:tcStyle>
    </a:firstRow>
  </a:tblStyle>
  <a:tblStyle styleId="{2708684C-4D16-4618-839F-0558EEFCDFE6}" styleName="">
    <a:tblBg/>
    <a:wholeTbl>
      <a:tcTxStyle b="off" i="off">
        <a:fontRef idx="minor">
          <a:srgbClr val="232323"/>
        </a:fontRef>
        <a:srgbClr val="232323"/>
      </a:tcTxStyle>
      <a:tcStyle>
        <a:tcBdr>
          <a:left>
            <a:ln w="12700" cap="flat">
              <a:solidFill>
                <a:srgbClr val="83867F"/>
              </a:solidFill>
              <a:custDash>
                <a:ds d="200000" sp="200000"/>
              </a:custDash>
              <a:miter lim="400000"/>
            </a:ln>
          </a:left>
          <a:right>
            <a:ln w="12700" cap="flat">
              <a:solidFill>
                <a:srgbClr val="83867F"/>
              </a:solidFill>
              <a:custDash>
                <a:ds d="200000" sp="200000"/>
              </a:custDash>
              <a:miter lim="400000"/>
            </a:ln>
          </a:right>
          <a:top>
            <a:ln w="12700" cap="flat">
              <a:solidFill>
                <a:srgbClr val="83867F"/>
              </a:solidFill>
              <a:custDash>
                <a:ds d="200000" sp="200000"/>
              </a:custDash>
              <a:miter lim="400000"/>
            </a:ln>
          </a:top>
          <a:bottom>
            <a:ln w="12700" cap="flat">
              <a:solidFill>
                <a:srgbClr val="83867F"/>
              </a:solidFill>
              <a:custDash>
                <a:ds d="200000" sp="200000"/>
              </a:custDash>
              <a:miter lim="400000"/>
            </a:ln>
          </a:bottom>
          <a:insideH>
            <a:ln w="12700" cap="flat">
              <a:solidFill>
                <a:srgbClr val="83867F"/>
              </a:solidFill>
              <a:custDash>
                <a:ds d="200000" sp="200000"/>
              </a:custDash>
              <a:miter lim="400000"/>
            </a:ln>
          </a:insideH>
          <a:insideV>
            <a:ln w="12700" cap="flat">
              <a:solidFill>
                <a:srgbClr val="83867F"/>
              </a:solidFill>
              <a:custDash>
                <a:ds d="200000" sp="200000"/>
              </a:custDash>
              <a:miter lim="400000"/>
            </a:ln>
          </a:insideV>
        </a:tcBdr>
        <a:fill>
          <a:noFill/>
        </a:fill>
      </a:tcStyle>
    </a:wholeTbl>
    <a:band2H>
      <a:tcTxStyle b="def" i="def"/>
      <a:tcStyle>
        <a:tcBdr/>
        <a:fill>
          <a:solidFill>
            <a:srgbClr val="76654F">
              <a:alpha val="20000"/>
            </a:srgbClr>
          </a:solidFill>
        </a:fill>
      </a:tcStyle>
    </a:band2H>
    <a:firstCol>
      <a:tcTxStyle b="off" i="off">
        <a:fontRef idx="minor">
          <a:srgbClr val="232323"/>
        </a:fontRef>
        <a:srgbClr val="232323"/>
      </a:tcTxStyle>
      <a:tcStyle>
        <a:tcBdr>
          <a:left>
            <a:ln w="12700" cap="flat">
              <a:noFill/>
              <a:miter lim="400000"/>
            </a:ln>
          </a:left>
          <a:right>
            <a:ln w="12700" cap="flat">
              <a:solidFill>
                <a:srgbClr val="3E231A"/>
              </a:solidFill>
              <a:prstDash val="solid"/>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ff" i="off">
        <a:fontRef idx="minor">
          <a:srgbClr val="232323"/>
        </a:fontRef>
        <a:srgbClr val="232323"/>
      </a:tcTxStyle>
      <a:tcStyle>
        <a:tcBdr>
          <a:left>
            <a:ln w="12700" cap="flat">
              <a:noFill/>
              <a:miter lim="400000"/>
            </a:ln>
          </a:left>
          <a:right>
            <a:ln w="12700" cap="flat">
              <a:noFill/>
              <a:miter lim="400000"/>
            </a:ln>
          </a:right>
          <a:top>
            <a:ln w="12700" cap="flat">
              <a:solidFill>
                <a:srgbClr val="3E231A"/>
              </a:solidFill>
              <a:prstDash val="solid"/>
              <a:miter lim="400000"/>
            </a:ln>
          </a:top>
          <a:bottom>
            <a:ln w="12700" cap="flat">
              <a:noFill/>
              <a:miter lim="400000"/>
            </a:ln>
          </a:bottom>
          <a:insideH>
            <a:ln w="12700" cap="flat">
              <a:noFill/>
              <a:miter lim="400000"/>
            </a:ln>
          </a:insideH>
          <a:insideV>
            <a:ln w="12700" cap="flat">
              <a:noFill/>
              <a:miter lim="400000"/>
            </a:ln>
          </a:insideV>
        </a:tcBdr>
        <a:fill>
          <a:noFill/>
        </a:fill>
      </a:tcStyle>
    </a:lastRow>
    <a:firstRow>
      <a:tcTxStyle b="off" i="off">
        <a:fontRef idx="minor">
          <a:srgbClr val="232323"/>
        </a:fontRef>
        <a:srgbClr val="232323"/>
      </a:tcTxStyle>
      <a:tcStyle>
        <a:tcBdr>
          <a:left>
            <a:ln w="12700" cap="flat">
              <a:noFill/>
              <a:miter lim="400000"/>
            </a:ln>
          </a:left>
          <a:right>
            <a:ln w="12700" cap="flat">
              <a:noFill/>
              <a:miter lim="400000"/>
            </a:ln>
          </a:right>
          <a:top>
            <a:ln w="12700" cap="flat">
              <a:noFill/>
              <a:miter lim="400000"/>
            </a:ln>
          </a:top>
          <a:bottom>
            <a:ln w="12700" cap="flat">
              <a:solidFill>
                <a:srgbClr val="3E231A"/>
              </a:solidFill>
              <a:prstDash val="solid"/>
              <a:miter lim="400000"/>
            </a:ln>
          </a:bottom>
          <a:insideH>
            <a:ln w="12700" cap="flat">
              <a:noFill/>
              <a:miter lim="400000"/>
            </a:ln>
          </a:insideH>
          <a:insideV>
            <a:ln w="12700" cap="flat">
              <a:noFill/>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2374900" y="2387600"/>
            <a:ext cx="19621500" cy="4876800"/>
          </a:xfrm>
          <a:prstGeom prst="rect">
            <a:avLst/>
          </a:prstGeom>
        </p:spPr>
        <p:txBody>
          <a:bodyPr anchor="b"/>
          <a:lstStyle>
            <a:lvl1pPr algn="ctr"/>
          </a:lstStyle>
          <a:p>
            <a:pPr/>
            <a:r>
              <a:t>Title Text</a:t>
            </a:r>
          </a:p>
        </p:txBody>
      </p:sp>
      <p:sp>
        <p:nvSpPr>
          <p:cNvPr id="12" name="Body Level One…"/>
          <p:cNvSpPr txBox="1"/>
          <p:nvPr>
            <p:ph type="body" sz="quarter" idx="1"/>
          </p:nvPr>
        </p:nvSpPr>
        <p:spPr>
          <a:xfrm>
            <a:off x="2374900" y="7251700"/>
            <a:ext cx="19621500" cy="2057400"/>
          </a:xfrm>
          <a:prstGeom prst="rect">
            <a:avLst/>
          </a:prstGeom>
        </p:spPr>
        <p:txBody>
          <a:bodyPr anchor="t"/>
          <a:lstStyle>
            <a:lvl1pPr marL="0" indent="0" algn="ctr">
              <a:spcBef>
                <a:spcPts val="0"/>
              </a:spcBef>
              <a:buSzTx/>
              <a:buNone/>
              <a:defRPr sz="5000"/>
            </a:lvl1pPr>
            <a:lvl2pPr marL="0" indent="0" algn="ctr">
              <a:spcBef>
                <a:spcPts val="0"/>
              </a:spcBef>
              <a:buSzTx/>
              <a:buNone/>
              <a:defRPr sz="5000"/>
            </a:lvl2pPr>
            <a:lvl3pPr marL="0" indent="0" algn="ctr">
              <a:spcBef>
                <a:spcPts val="0"/>
              </a:spcBef>
              <a:buSzTx/>
              <a:buNone/>
              <a:defRPr sz="5000"/>
            </a:lvl3pPr>
            <a:lvl4pPr marL="0" indent="0" algn="ctr">
              <a:spcBef>
                <a:spcPts val="0"/>
              </a:spcBef>
              <a:buSzTx/>
              <a:buNone/>
              <a:defRPr sz="5000"/>
            </a:lvl4pPr>
            <a:lvl5pPr marL="0" indent="0" algn="ctr">
              <a:spcBef>
                <a:spcPts val="0"/>
              </a:spcBef>
              <a:buSzTx/>
              <a:buNone/>
              <a:defRPr sz="50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Pyramids of Giza silhouetted against an orange sunset"/>
          <p:cNvSpPr/>
          <p:nvPr>
            <p:ph type="pic" idx="21"/>
          </p:nvPr>
        </p:nvSpPr>
        <p:spPr>
          <a:xfrm>
            <a:off x="2273300" y="-3352800"/>
            <a:ext cx="19850100" cy="12946560"/>
          </a:xfrm>
          <a:prstGeom prst="rect">
            <a:avLst/>
          </a:prstGeom>
          <a:ln w="9525">
            <a:round/>
          </a:ln>
        </p:spPr>
        <p:txBody>
          <a:bodyPr lIns="91439" tIns="45719" rIns="91439" bIns="45719" anchor="t">
            <a:noAutofit/>
          </a:bodyPr>
          <a:lstStyle/>
          <a:p>
            <a:pPr/>
          </a:p>
        </p:txBody>
      </p:sp>
      <p:sp>
        <p:nvSpPr>
          <p:cNvPr id="21" name="Title Text"/>
          <p:cNvSpPr txBox="1"/>
          <p:nvPr>
            <p:ph type="title"/>
          </p:nvPr>
        </p:nvSpPr>
        <p:spPr>
          <a:xfrm>
            <a:off x="2374900" y="9080500"/>
            <a:ext cx="19621500" cy="1905000"/>
          </a:xfrm>
          <a:prstGeom prst="rect">
            <a:avLst/>
          </a:prstGeom>
        </p:spPr>
        <p:txBody>
          <a:bodyPr anchor="b"/>
          <a:lstStyle>
            <a:lvl1pPr algn="ctr"/>
          </a:lstStyle>
          <a:p>
            <a:pPr/>
            <a:r>
              <a:t>Title Text</a:t>
            </a:r>
          </a:p>
        </p:txBody>
      </p:sp>
      <p:sp>
        <p:nvSpPr>
          <p:cNvPr id="22" name="Body Level One…"/>
          <p:cNvSpPr txBox="1"/>
          <p:nvPr>
            <p:ph type="body" sz="quarter" idx="1"/>
          </p:nvPr>
        </p:nvSpPr>
        <p:spPr>
          <a:xfrm>
            <a:off x="2374900" y="11010900"/>
            <a:ext cx="19621500" cy="1930400"/>
          </a:xfrm>
          <a:prstGeom prst="rect">
            <a:avLst/>
          </a:prstGeom>
        </p:spPr>
        <p:txBody>
          <a:bodyPr anchor="t"/>
          <a:lstStyle>
            <a:lvl1pPr marL="0" indent="0" algn="ctr">
              <a:spcBef>
                <a:spcPts val="0"/>
              </a:spcBef>
              <a:buSzTx/>
              <a:buNone/>
              <a:defRPr sz="5000"/>
            </a:lvl1pPr>
            <a:lvl2pPr marL="0" indent="0" algn="ctr">
              <a:spcBef>
                <a:spcPts val="0"/>
              </a:spcBef>
              <a:buSzTx/>
              <a:buNone/>
              <a:defRPr sz="5000"/>
            </a:lvl2pPr>
            <a:lvl3pPr marL="0" indent="0" algn="ctr">
              <a:spcBef>
                <a:spcPts val="0"/>
              </a:spcBef>
              <a:buSzTx/>
              <a:buNone/>
              <a:defRPr sz="5000"/>
            </a:lvl3pPr>
            <a:lvl4pPr marL="0" indent="0" algn="ctr">
              <a:spcBef>
                <a:spcPts val="0"/>
              </a:spcBef>
              <a:buSzTx/>
              <a:buNone/>
              <a:defRPr sz="5000"/>
            </a:lvl4pPr>
            <a:lvl5pPr marL="0" indent="0" algn="ctr">
              <a:spcBef>
                <a:spcPts val="0"/>
              </a:spcBef>
              <a:buSzTx/>
              <a:buNone/>
              <a:defRPr sz="50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2374900" y="5143500"/>
            <a:ext cx="19621500" cy="3429000"/>
          </a:xfrm>
          <a:prstGeom prst="rect">
            <a:avLst/>
          </a:prstGeom>
        </p:spPr>
        <p:txBody>
          <a:bodyPr/>
          <a:lstStyle>
            <a:lvl1pPr algn="ct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Pyramids of Giza silhouetted against an orange sunset"/>
          <p:cNvSpPr/>
          <p:nvPr>
            <p:ph type="pic" idx="21"/>
          </p:nvPr>
        </p:nvSpPr>
        <p:spPr>
          <a:xfrm>
            <a:off x="10998200" y="1930400"/>
            <a:ext cx="15167286" cy="10007600"/>
          </a:xfrm>
          <a:prstGeom prst="rect">
            <a:avLst/>
          </a:prstGeom>
          <a:ln w="9525">
            <a:round/>
          </a:ln>
        </p:spPr>
        <p:txBody>
          <a:bodyPr lIns="91439" tIns="45719" rIns="91439" bIns="45719" anchor="t">
            <a:noAutofit/>
          </a:bodyPr>
          <a:lstStyle/>
          <a:p>
            <a:pPr/>
          </a:p>
        </p:txBody>
      </p:sp>
      <p:sp>
        <p:nvSpPr>
          <p:cNvPr id="39" name="Title Text"/>
          <p:cNvSpPr txBox="1"/>
          <p:nvPr>
            <p:ph type="title"/>
          </p:nvPr>
        </p:nvSpPr>
        <p:spPr>
          <a:xfrm>
            <a:off x="1816100" y="1943100"/>
            <a:ext cx="10502900" cy="5626100"/>
          </a:xfrm>
          <a:prstGeom prst="rect">
            <a:avLst/>
          </a:prstGeom>
        </p:spPr>
        <p:txBody>
          <a:bodyPr anchor="b"/>
          <a:lstStyle>
            <a:lvl1pPr algn="ctr">
              <a:defRPr sz="9400"/>
            </a:lvl1pPr>
          </a:lstStyle>
          <a:p>
            <a:pPr/>
            <a:r>
              <a:t>Title Text</a:t>
            </a:r>
          </a:p>
        </p:txBody>
      </p:sp>
      <p:sp>
        <p:nvSpPr>
          <p:cNvPr id="40" name="Body Level One…"/>
          <p:cNvSpPr txBox="1"/>
          <p:nvPr>
            <p:ph type="body" sz="quarter" idx="1"/>
          </p:nvPr>
        </p:nvSpPr>
        <p:spPr>
          <a:xfrm>
            <a:off x="1816100" y="7556500"/>
            <a:ext cx="10502900" cy="4216400"/>
          </a:xfrm>
          <a:prstGeom prst="rect">
            <a:avLst/>
          </a:prstGeom>
        </p:spPr>
        <p:txBody>
          <a:bodyPr anchor="t"/>
          <a:lstStyle>
            <a:lvl1pPr marL="0" indent="0" algn="ctr">
              <a:spcBef>
                <a:spcPts val="0"/>
              </a:spcBef>
              <a:buSzTx/>
              <a:buNone/>
              <a:defRPr sz="5000"/>
            </a:lvl1pPr>
            <a:lvl2pPr marL="0" indent="0" algn="ctr">
              <a:spcBef>
                <a:spcPts val="0"/>
              </a:spcBef>
              <a:buSzTx/>
              <a:buNone/>
              <a:defRPr sz="5000"/>
            </a:lvl2pPr>
            <a:lvl3pPr marL="0" indent="0" algn="ctr">
              <a:spcBef>
                <a:spcPts val="0"/>
              </a:spcBef>
              <a:buSzTx/>
              <a:buNone/>
              <a:defRPr sz="5000"/>
            </a:lvl3pPr>
            <a:lvl4pPr marL="0" indent="0" algn="ctr">
              <a:spcBef>
                <a:spcPts val="0"/>
              </a:spcBef>
              <a:buSzTx/>
              <a:buNone/>
              <a:defRPr sz="5000"/>
            </a:lvl4pPr>
            <a:lvl5pPr marL="0" indent="0" algn="ctr">
              <a:spcBef>
                <a:spcPts val="0"/>
              </a:spcBef>
              <a:buSzTx/>
              <a:buNone/>
              <a:defRPr sz="50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xfrm>
            <a:off x="2374900" y="889000"/>
            <a:ext cx="19621500" cy="2959100"/>
          </a:xfrm>
          <a:prstGeom prst="rect">
            <a:avLst/>
          </a:prstGeom>
        </p:spPr>
        <p:txBody>
          <a:bodyPr/>
          <a:lstStyle>
            <a:lvl1pPr algn="ct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xfrm>
            <a:off x="2374900" y="889000"/>
            <a:ext cx="19621500" cy="2959100"/>
          </a:xfrm>
          <a:prstGeom prst="rect">
            <a:avLst/>
          </a:prstGeom>
        </p:spPr>
        <p:txBody>
          <a:bodyPr/>
          <a:lstStyle>
            <a:lvl1pPr algn="ctr"/>
          </a:lstStyle>
          <a:p>
            <a:pPr/>
            <a:r>
              <a:t>Title Text</a:t>
            </a:r>
          </a:p>
        </p:txBody>
      </p:sp>
      <p:sp>
        <p:nvSpPr>
          <p:cNvPr id="57" name="Body Level One…"/>
          <p:cNvSpPr txBox="1"/>
          <p:nvPr>
            <p:ph type="body" idx="1"/>
          </p:nvPr>
        </p:nvSpPr>
        <p:spPr>
          <a:xfrm>
            <a:off x="2374900" y="4127500"/>
            <a:ext cx="19621500" cy="8191500"/>
          </a:xfrm>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Pyramids of Giza silhouetted against an orange sunset"/>
          <p:cNvSpPr/>
          <p:nvPr>
            <p:ph type="pic" sz="half" idx="21"/>
          </p:nvPr>
        </p:nvSpPr>
        <p:spPr>
          <a:xfrm>
            <a:off x="10109200" y="3606800"/>
            <a:ext cx="12472592" cy="8382000"/>
          </a:xfrm>
          <a:prstGeom prst="rect">
            <a:avLst/>
          </a:prstGeom>
          <a:ln w="9525">
            <a:round/>
          </a:ln>
        </p:spPr>
        <p:txBody>
          <a:bodyPr lIns="91439" tIns="45719" rIns="91439" bIns="45719" anchor="t">
            <a:noAutofit/>
          </a:bodyPr>
          <a:lstStyle/>
          <a:p>
            <a:pPr/>
          </a:p>
        </p:txBody>
      </p:sp>
      <p:sp>
        <p:nvSpPr>
          <p:cNvPr id="66" name="Title Text"/>
          <p:cNvSpPr txBox="1"/>
          <p:nvPr>
            <p:ph type="title"/>
          </p:nvPr>
        </p:nvSpPr>
        <p:spPr>
          <a:xfrm>
            <a:off x="2374900" y="889000"/>
            <a:ext cx="19621500" cy="2959100"/>
          </a:xfrm>
          <a:prstGeom prst="rect">
            <a:avLst/>
          </a:prstGeom>
        </p:spPr>
        <p:txBody>
          <a:bodyPr/>
          <a:lstStyle>
            <a:lvl1pPr algn="ctr"/>
          </a:lstStyle>
          <a:p>
            <a:pPr/>
            <a:r>
              <a:t>Title Text</a:t>
            </a:r>
          </a:p>
        </p:txBody>
      </p:sp>
      <p:sp>
        <p:nvSpPr>
          <p:cNvPr id="67" name="Body Level One…"/>
          <p:cNvSpPr txBox="1"/>
          <p:nvPr>
            <p:ph type="body" sz="half" idx="1"/>
          </p:nvPr>
        </p:nvSpPr>
        <p:spPr>
          <a:xfrm>
            <a:off x="2374900" y="4140200"/>
            <a:ext cx="9410700" cy="7874000"/>
          </a:xfrm>
          <a:prstGeom prst="rect">
            <a:avLst/>
          </a:prstGeom>
        </p:spPr>
        <p:txBody>
          <a:bodyPr/>
          <a:lstStyle>
            <a:lvl1pPr marL="533400" indent="-533400">
              <a:spcBef>
                <a:spcPts val="3900"/>
              </a:spcBef>
              <a:buBlip>
                <a:blip r:embed="rId2"/>
              </a:buBlip>
              <a:defRPr sz="4200"/>
            </a:lvl1pPr>
            <a:lvl2pPr marL="1066800" indent="-533400">
              <a:spcBef>
                <a:spcPts val="3900"/>
              </a:spcBef>
              <a:buBlip>
                <a:blip r:embed="rId2"/>
              </a:buBlip>
              <a:defRPr sz="4200"/>
            </a:lvl2pPr>
            <a:lvl3pPr marL="1600200" indent="-533400">
              <a:spcBef>
                <a:spcPts val="3900"/>
              </a:spcBef>
              <a:buBlip>
                <a:blip r:embed="rId2"/>
              </a:buBlip>
              <a:defRPr sz="4200"/>
            </a:lvl3pPr>
            <a:lvl4pPr marL="2133600" indent="-533400">
              <a:spcBef>
                <a:spcPts val="3900"/>
              </a:spcBef>
              <a:buBlip>
                <a:blip r:embed="rId2"/>
              </a:buBlip>
              <a:defRPr sz="4200"/>
            </a:lvl4pPr>
            <a:lvl5pPr marL="2667000" indent="-533400">
              <a:spcBef>
                <a:spcPts val="3900"/>
              </a:spcBef>
              <a:buBlip>
                <a:blip r:embed="rId2"/>
              </a:buBlip>
              <a:defRPr sz="42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75" name="Body Level One…"/>
          <p:cNvSpPr txBox="1"/>
          <p:nvPr>
            <p:ph type="body" idx="1"/>
          </p:nvPr>
        </p:nvSpPr>
        <p:spPr>
          <a:prstGeom prst="rect">
            <a:avLst/>
          </a:prstGeom>
        </p:spPr>
        <p:txBody>
          <a:bodyPr/>
          <a:lstStyle>
            <a:lvl1pPr>
              <a:buBlip>
                <a:blip r:embed="rId2"/>
              </a:buBlip>
            </a:lvl1pPr>
            <a:lvl2pPr>
              <a:buBlip>
                <a:blip r:embed="rId2"/>
              </a:buBlip>
            </a:lvl2pPr>
            <a:lvl3pPr>
              <a:buBlip>
                <a:blip r:embed="rId2"/>
              </a:buBlip>
            </a:lvl3pPr>
            <a:lvl4pPr>
              <a:buBlip>
                <a:blip r:embed="rId2"/>
              </a:buBlip>
            </a:lvl4pPr>
            <a:lvl5pPr>
              <a:buBlip>
                <a:blip r:embed="rId2"/>
              </a:buBlip>
            </a:lvl5pPr>
          </a:lstStyle>
          <a:p>
            <a:pPr/>
            <a:r>
              <a:t>Body Level One</a:t>
            </a:r>
          </a:p>
          <a:p>
            <a:pPr lvl="1"/>
            <a:r>
              <a:t>Body Level Two</a:t>
            </a:r>
          </a:p>
          <a:p>
            <a:pPr lvl="2"/>
            <a:r>
              <a:t>Body Level Three</a:t>
            </a:r>
          </a:p>
          <a:p>
            <a:pPr lvl="3"/>
            <a:r>
              <a:t>Body Level Four</a:t>
            </a:r>
          </a:p>
          <a:p>
            <a:pPr lvl="4"/>
            <a:r>
              <a:t>Body Level Five</a:t>
            </a: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83" name="Pyramids of Giza silhouetted against an orange sunset"/>
          <p:cNvSpPr/>
          <p:nvPr>
            <p:ph type="pic" sz="quarter" idx="21"/>
          </p:nvPr>
        </p:nvSpPr>
        <p:spPr>
          <a:xfrm>
            <a:off x="13487400" y="-736600"/>
            <a:ext cx="9662406" cy="6375400"/>
          </a:xfrm>
          <a:prstGeom prst="rect">
            <a:avLst/>
          </a:prstGeom>
          <a:ln w="9525">
            <a:round/>
          </a:ln>
        </p:spPr>
        <p:txBody>
          <a:bodyPr lIns="91439" tIns="45719" rIns="91439" bIns="45719" anchor="t">
            <a:noAutofit/>
          </a:bodyPr>
          <a:lstStyle/>
          <a:p>
            <a:pPr/>
          </a:p>
        </p:txBody>
      </p:sp>
      <p:sp>
        <p:nvSpPr>
          <p:cNvPr id="84" name="Close-up of a pyramid in Giza"/>
          <p:cNvSpPr/>
          <p:nvPr>
            <p:ph type="pic" idx="22"/>
          </p:nvPr>
        </p:nvSpPr>
        <p:spPr>
          <a:xfrm>
            <a:off x="13111577" y="4381521"/>
            <a:ext cx="9977826" cy="15152734"/>
          </a:xfrm>
          <a:prstGeom prst="rect">
            <a:avLst/>
          </a:prstGeom>
          <a:ln w="9525">
            <a:round/>
          </a:ln>
        </p:spPr>
        <p:txBody>
          <a:bodyPr lIns="91439" tIns="45719" rIns="91439" bIns="45719" anchor="t">
            <a:noAutofit/>
          </a:bodyPr>
          <a:lstStyle/>
          <a:p>
            <a:pPr/>
          </a:p>
        </p:txBody>
      </p:sp>
      <p:sp>
        <p:nvSpPr>
          <p:cNvPr id="85" name="Sphinx in front of the pyramids of Giza with a clear blue sky in the background"/>
          <p:cNvSpPr/>
          <p:nvPr>
            <p:ph type="pic" idx="23"/>
          </p:nvPr>
        </p:nvSpPr>
        <p:spPr>
          <a:xfrm>
            <a:off x="-139700" y="-25400"/>
            <a:ext cx="17310482" cy="12984978"/>
          </a:xfrm>
          <a:prstGeom prst="rect">
            <a:avLst/>
          </a:prstGeom>
          <a:ln w="9525">
            <a:round/>
          </a:ln>
        </p:spPr>
        <p:txBody>
          <a:bodyPr lIns="91439" tIns="45719" rIns="91439" bIns="45719" anchor="t">
            <a:noAutofit/>
          </a:bodyPr>
          <a:lstStyle/>
          <a:p>
            <a:pP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93" name="“Type a quote here.”"/>
          <p:cNvSpPr txBox="1"/>
          <p:nvPr>
            <p:ph type="body" sz="quarter" idx="21"/>
          </p:nvPr>
        </p:nvSpPr>
        <p:spPr>
          <a:xfrm>
            <a:off x="2374900" y="6045200"/>
            <a:ext cx="19621500" cy="1117600"/>
          </a:xfrm>
          <a:prstGeom prst="rect">
            <a:avLst/>
          </a:prstGeom>
        </p:spPr>
        <p:txBody>
          <a:bodyPr>
            <a:spAutoFit/>
          </a:bodyPr>
          <a:lstStyle>
            <a:lvl1pPr marL="0" indent="0" algn="ctr">
              <a:spcBef>
                <a:spcPts val="0"/>
              </a:spcBef>
              <a:buSzTx/>
              <a:buNone/>
            </a:lvl1pPr>
          </a:lstStyle>
          <a:p>
            <a:pPr/>
            <a:r>
              <a:t>“Type a quote here.”</a:t>
            </a:r>
          </a:p>
        </p:txBody>
      </p:sp>
      <p:sp>
        <p:nvSpPr>
          <p:cNvPr id="94" name="–Johnny Appleseed"/>
          <p:cNvSpPr txBox="1"/>
          <p:nvPr>
            <p:ph type="body" sz="quarter" idx="22"/>
          </p:nvPr>
        </p:nvSpPr>
        <p:spPr>
          <a:xfrm>
            <a:off x="2374900" y="8953500"/>
            <a:ext cx="19621500" cy="850900"/>
          </a:xfrm>
          <a:prstGeom prst="rect">
            <a:avLst/>
          </a:prstGeom>
        </p:spPr>
        <p:txBody>
          <a:bodyPr anchor="t">
            <a:spAutoFit/>
          </a:bodyPr>
          <a:lstStyle>
            <a:lvl1pPr marL="0" indent="0" algn="ctr">
              <a:spcBef>
                <a:spcPts val="0"/>
              </a:spcBef>
              <a:buSzTx/>
              <a:buNone/>
              <a:defRPr sz="3800"/>
            </a:lvl1pPr>
          </a:lstStyle>
          <a:p>
            <a:pPr/>
            <a:r>
              <a:t>–Johnny Appleseed</a:t>
            </a: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02" name="Pyramids of Giza silhouetted against an orange sunset"/>
          <p:cNvSpPr/>
          <p:nvPr>
            <p:ph type="pic" idx="21"/>
          </p:nvPr>
        </p:nvSpPr>
        <p:spPr>
          <a:xfrm>
            <a:off x="0" y="-1816100"/>
            <a:ext cx="24384000" cy="16088930"/>
          </a:xfrm>
          <a:prstGeom prst="rect">
            <a:avLst/>
          </a:prstGeom>
        </p:spPr>
        <p:txBody>
          <a:bodyPr lIns="91439" tIns="45719" rIns="91439" bIns="45719" anchor="t">
            <a:noAutofit/>
          </a:bodyPr>
          <a:lstStyle/>
          <a:p>
            <a:pP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Body Level One…"/>
          <p:cNvSpPr txBox="1"/>
          <p:nvPr>
            <p:ph type="body" idx="1"/>
          </p:nvPr>
        </p:nvSpPr>
        <p:spPr>
          <a:xfrm>
            <a:off x="2374900" y="1651000"/>
            <a:ext cx="19621500" cy="10414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lvl1pPr>
              <a:buBlip>
                <a:blip r:embed="rId3"/>
              </a:buBlip>
            </a:lvl1pPr>
            <a:lvl2pPr>
              <a:buBlip>
                <a:blip r:embed="rId3"/>
              </a:buBlip>
            </a:lvl2pPr>
            <a:lvl3pPr>
              <a:buBlip>
                <a:blip r:embed="rId3"/>
              </a:buBlip>
            </a:lvl3pPr>
            <a:lvl4pPr>
              <a:buBlip>
                <a:blip r:embed="rId3"/>
              </a:buBlip>
            </a:lvl4pPr>
            <a:lvl5pPr>
              <a:buBlip>
                <a:blip r:embed="rId3"/>
              </a:buBlip>
            </a:lvl5pPr>
          </a:lstStyle>
          <a:p>
            <a:pPr/>
            <a:r>
              <a:t>Body Level One</a:t>
            </a:r>
          </a:p>
          <a:p>
            <a:pPr lvl="1"/>
            <a:r>
              <a:t>Body Level Two</a:t>
            </a:r>
          </a:p>
          <a:p>
            <a:pPr lvl="2"/>
            <a:r>
              <a:t>Body Level Three</a:t>
            </a:r>
          </a:p>
          <a:p>
            <a:pPr lvl="3"/>
            <a:r>
              <a:t>Body Level Four</a:t>
            </a:r>
          </a:p>
          <a:p>
            <a:pPr lvl="4"/>
            <a:r>
              <a:t>Body Level Five</a:t>
            </a:r>
          </a:p>
        </p:txBody>
      </p:sp>
      <p:sp>
        <p:nvSpPr>
          <p:cNvPr id="3" name="Title Text"/>
          <p:cNvSpPr txBox="1"/>
          <p:nvPr>
            <p:ph type="title"/>
          </p:nvPr>
        </p:nvSpPr>
        <p:spPr>
          <a:xfrm>
            <a:off x="2387600" y="889000"/>
            <a:ext cx="19621500" cy="2959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4" name="Slide Number"/>
          <p:cNvSpPr txBox="1"/>
          <p:nvPr>
            <p:ph type="sldNum" sz="quarter" idx="2"/>
          </p:nvPr>
        </p:nvSpPr>
        <p:spPr>
          <a:xfrm>
            <a:off x="11993858" y="13144500"/>
            <a:ext cx="393205" cy="571500"/>
          </a:xfrm>
          <a:prstGeom prst="rect">
            <a:avLst/>
          </a:prstGeom>
          <a:ln w="12700">
            <a:miter lim="400000"/>
          </a:ln>
        </p:spPr>
        <p:txBody>
          <a:bodyPr wrap="none" lIns="50800" tIns="50800" rIns="50800" bIns="50800" anchor="b">
            <a:spAutoFit/>
          </a:bodyPr>
          <a:lstStyle>
            <a:lvl1pPr>
              <a:defRPr sz="24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transition xmlns:p14="http://schemas.microsoft.com/office/powerpoint/2010/main" spd="med" advClick="1"/>
  <p:txStyles>
    <p:titleStyle>
      <a:lvl1pPr marL="0" marR="0" indent="0" algn="l" defTabSz="825500" latinLnBrk="0">
        <a:lnSpc>
          <a:spcPct val="100000"/>
        </a:lnSpc>
        <a:spcBef>
          <a:spcPts val="0"/>
        </a:spcBef>
        <a:spcAft>
          <a:spcPts val="0"/>
        </a:spcAft>
        <a:buClrTx/>
        <a:buSzTx/>
        <a:buFontTx/>
        <a:buNone/>
        <a:tabLst/>
        <a:defRPr b="0" baseline="0" cap="none" i="0" spc="0" strike="noStrike" sz="10000" u="none">
          <a:solidFill>
            <a:srgbClr val="3E231A"/>
          </a:solidFill>
          <a:uFillTx/>
          <a:latin typeface="+mn-lt"/>
          <a:ea typeface="+mn-ea"/>
          <a:cs typeface="+mn-cs"/>
          <a:sym typeface="Papyrus"/>
        </a:defRPr>
      </a:lvl1pPr>
      <a:lvl2pPr marL="0" marR="0" indent="0" algn="l" defTabSz="825500" latinLnBrk="0">
        <a:lnSpc>
          <a:spcPct val="100000"/>
        </a:lnSpc>
        <a:spcBef>
          <a:spcPts val="0"/>
        </a:spcBef>
        <a:spcAft>
          <a:spcPts val="0"/>
        </a:spcAft>
        <a:buClrTx/>
        <a:buSzTx/>
        <a:buFontTx/>
        <a:buNone/>
        <a:tabLst/>
        <a:defRPr b="0" baseline="0" cap="none" i="0" spc="0" strike="noStrike" sz="10000" u="none">
          <a:solidFill>
            <a:srgbClr val="3E231A"/>
          </a:solidFill>
          <a:uFillTx/>
          <a:latin typeface="+mn-lt"/>
          <a:ea typeface="+mn-ea"/>
          <a:cs typeface="+mn-cs"/>
          <a:sym typeface="Papyrus"/>
        </a:defRPr>
      </a:lvl2pPr>
      <a:lvl3pPr marL="0" marR="0" indent="0" algn="l" defTabSz="825500" latinLnBrk="0">
        <a:lnSpc>
          <a:spcPct val="100000"/>
        </a:lnSpc>
        <a:spcBef>
          <a:spcPts val="0"/>
        </a:spcBef>
        <a:spcAft>
          <a:spcPts val="0"/>
        </a:spcAft>
        <a:buClrTx/>
        <a:buSzTx/>
        <a:buFontTx/>
        <a:buNone/>
        <a:tabLst/>
        <a:defRPr b="0" baseline="0" cap="none" i="0" spc="0" strike="noStrike" sz="10000" u="none">
          <a:solidFill>
            <a:srgbClr val="3E231A"/>
          </a:solidFill>
          <a:uFillTx/>
          <a:latin typeface="+mn-lt"/>
          <a:ea typeface="+mn-ea"/>
          <a:cs typeface="+mn-cs"/>
          <a:sym typeface="Papyrus"/>
        </a:defRPr>
      </a:lvl3pPr>
      <a:lvl4pPr marL="0" marR="0" indent="0" algn="l" defTabSz="825500" latinLnBrk="0">
        <a:lnSpc>
          <a:spcPct val="100000"/>
        </a:lnSpc>
        <a:spcBef>
          <a:spcPts val="0"/>
        </a:spcBef>
        <a:spcAft>
          <a:spcPts val="0"/>
        </a:spcAft>
        <a:buClrTx/>
        <a:buSzTx/>
        <a:buFontTx/>
        <a:buNone/>
        <a:tabLst/>
        <a:defRPr b="0" baseline="0" cap="none" i="0" spc="0" strike="noStrike" sz="10000" u="none">
          <a:solidFill>
            <a:srgbClr val="3E231A"/>
          </a:solidFill>
          <a:uFillTx/>
          <a:latin typeface="+mn-lt"/>
          <a:ea typeface="+mn-ea"/>
          <a:cs typeface="+mn-cs"/>
          <a:sym typeface="Papyrus"/>
        </a:defRPr>
      </a:lvl4pPr>
      <a:lvl5pPr marL="0" marR="0" indent="0" algn="l" defTabSz="825500" latinLnBrk="0">
        <a:lnSpc>
          <a:spcPct val="100000"/>
        </a:lnSpc>
        <a:spcBef>
          <a:spcPts val="0"/>
        </a:spcBef>
        <a:spcAft>
          <a:spcPts val="0"/>
        </a:spcAft>
        <a:buClrTx/>
        <a:buSzTx/>
        <a:buFontTx/>
        <a:buNone/>
        <a:tabLst/>
        <a:defRPr b="0" baseline="0" cap="none" i="0" spc="0" strike="noStrike" sz="10000" u="none">
          <a:solidFill>
            <a:srgbClr val="3E231A"/>
          </a:solidFill>
          <a:uFillTx/>
          <a:latin typeface="+mn-lt"/>
          <a:ea typeface="+mn-ea"/>
          <a:cs typeface="+mn-cs"/>
          <a:sym typeface="Papyrus"/>
        </a:defRPr>
      </a:lvl5pPr>
      <a:lvl6pPr marL="0" marR="0" indent="0" algn="l" defTabSz="825500" latinLnBrk="0">
        <a:lnSpc>
          <a:spcPct val="100000"/>
        </a:lnSpc>
        <a:spcBef>
          <a:spcPts val="0"/>
        </a:spcBef>
        <a:spcAft>
          <a:spcPts val="0"/>
        </a:spcAft>
        <a:buClrTx/>
        <a:buSzTx/>
        <a:buFontTx/>
        <a:buNone/>
        <a:tabLst/>
        <a:defRPr b="0" baseline="0" cap="none" i="0" spc="0" strike="noStrike" sz="10000" u="none">
          <a:solidFill>
            <a:srgbClr val="3E231A"/>
          </a:solidFill>
          <a:uFillTx/>
          <a:latin typeface="+mn-lt"/>
          <a:ea typeface="+mn-ea"/>
          <a:cs typeface="+mn-cs"/>
          <a:sym typeface="Papyrus"/>
        </a:defRPr>
      </a:lvl6pPr>
      <a:lvl7pPr marL="0" marR="0" indent="0" algn="l" defTabSz="825500" latinLnBrk="0">
        <a:lnSpc>
          <a:spcPct val="100000"/>
        </a:lnSpc>
        <a:spcBef>
          <a:spcPts val="0"/>
        </a:spcBef>
        <a:spcAft>
          <a:spcPts val="0"/>
        </a:spcAft>
        <a:buClrTx/>
        <a:buSzTx/>
        <a:buFontTx/>
        <a:buNone/>
        <a:tabLst/>
        <a:defRPr b="0" baseline="0" cap="none" i="0" spc="0" strike="noStrike" sz="10000" u="none">
          <a:solidFill>
            <a:srgbClr val="3E231A"/>
          </a:solidFill>
          <a:uFillTx/>
          <a:latin typeface="+mn-lt"/>
          <a:ea typeface="+mn-ea"/>
          <a:cs typeface="+mn-cs"/>
          <a:sym typeface="Papyrus"/>
        </a:defRPr>
      </a:lvl7pPr>
      <a:lvl8pPr marL="0" marR="0" indent="0" algn="l" defTabSz="825500" latinLnBrk="0">
        <a:lnSpc>
          <a:spcPct val="100000"/>
        </a:lnSpc>
        <a:spcBef>
          <a:spcPts val="0"/>
        </a:spcBef>
        <a:spcAft>
          <a:spcPts val="0"/>
        </a:spcAft>
        <a:buClrTx/>
        <a:buSzTx/>
        <a:buFontTx/>
        <a:buNone/>
        <a:tabLst/>
        <a:defRPr b="0" baseline="0" cap="none" i="0" spc="0" strike="noStrike" sz="10000" u="none">
          <a:solidFill>
            <a:srgbClr val="3E231A"/>
          </a:solidFill>
          <a:uFillTx/>
          <a:latin typeface="+mn-lt"/>
          <a:ea typeface="+mn-ea"/>
          <a:cs typeface="+mn-cs"/>
          <a:sym typeface="Papyrus"/>
        </a:defRPr>
      </a:lvl8pPr>
      <a:lvl9pPr marL="0" marR="0" indent="0" algn="l" defTabSz="825500" latinLnBrk="0">
        <a:lnSpc>
          <a:spcPct val="100000"/>
        </a:lnSpc>
        <a:spcBef>
          <a:spcPts val="0"/>
        </a:spcBef>
        <a:spcAft>
          <a:spcPts val="0"/>
        </a:spcAft>
        <a:buClrTx/>
        <a:buSzTx/>
        <a:buFontTx/>
        <a:buNone/>
        <a:tabLst/>
        <a:defRPr b="0" baseline="0" cap="none" i="0" spc="0" strike="noStrike" sz="10000" u="none">
          <a:solidFill>
            <a:srgbClr val="3E231A"/>
          </a:solidFill>
          <a:uFillTx/>
          <a:latin typeface="+mn-lt"/>
          <a:ea typeface="+mn-ea"/>
          <a:cs typeface="+mn-cs"/>
          <a:sym typeface="Papyrus"/>
        </a:defRPr>
      </a:lvl9pPr>
    </p:titleStyle>
    <p:bodyStyle>
      <a:lvl1pPr marL="660400" marR="0" indent="-660400" algn="l" defTabSz="825500" rtl="0" latinLnBrk="0">
        <a:lnSpc>
          <a:spcPct val="100000"/>
        </a:lnSpc>
        <a:spcBef>
          <a:spcPts val="4200"/>
        </a:spcBef>
        <a:spcAft>
          <a:spcPts val="0"/>
        </a:spcAft>
        <a:buClrTx/>
        <a:buSzPct val="25000"/>
        <a:buFontTx/>
        <a:buBlip>
          <a:blip r:embed="rId3"/>
        </a:buBlip>
        <a:tabLst/>
        <a:defRPr b="0" baseline="0" cap="none" i="0" spc="0" strike="noStrike" sz="5200" u="none">
          <a:solidFill>
            <a:srgbClr val="3E231A"/>
          </a:solidFill>
          <a:uFillTx/>
          <a:latin typeface="+mn-lt"/>
          <a:ea typeface="+mn-ea"/>
          <a:cs typeface="+mn-cs"/>
          <a:sym typeface="Papyrus"/>
        </a:defRPr>
      </a:lvl1pPr>
      <a:lvl2pPr marL="1320800" marR="0" indent="-660400" algn="l" defTabSz="825500" rtl="0" latinLnBrk="0">
        <a:lnSpc>
          <a:spcPct val="100000"/>
        </a:lnSpc>
        <a:spcBef>
          <a:spcPts val="4200"/>
        </a:spcBef>
        <a:spcAft>
          <a:spcPts val="0"/>
        </a:spcAft>
        <a:buClrTx/>
        <a:buSzPct val="25000"/>
        <a:buFontTx/>
        <a:buBlip>
          <a:blip r:embed="rId3"/>
        </a:buBlip>
        <a:tabLst/>
        <a:defRPr b="0" baseline="0" cap="none" i="0" spc="0" strike="noStrike" sz="5200" u="none">
          <a:solidFill>
            <a:srgbClr val="3E231A"/>
          </a:solidFill>
          <a:uFillTx/>
          <a:latin typeface="+mn-lt"/>
          <a:ea typeface="+mn-ea"/>
          <a:cs typeface="+mn-cs"/>
          <a:sym typeface="Papyrus"/>
        </a:defRPr>
      </a:lvl2pPr>
      <a:lvl3pPr marL="1981200" marR="0" indent="-660400" algn="l" defTabSz="825500" rtl="0" latinLnBrk="0">
        <a:lnSpc>
          <a:spcPct val="100000"/>
        </a:lnSpc>
        <a:spcBef>
          <a:spcPts val="4200"/>
        </a:spcBef>
        <a:spcAft>
          <a:spcPts val="0"/>
        </a:spcAft>
        <a:buClrTx/>
        <a:buSzPct val="25000"/>
        <a:buFontTx/>
        <a:buBlip>
          <a:blip r:embed="rId3"/>
        </a:buBlip>
        <a:tabLst/>
        <a:defRPr b="0" baseline="0" cap="none" i="0" spc="0" strike="noStrike" sz="5200" u="none">
          <a:solidFill>
            <a:srgbClr val="3E231A"/>
          </a:solidFill>
          <a:uFillTx/>
          <a:latin typeface="+mn-lt"/>
          <a:ea typeface="+mn-ea"/>
          <a:cs typeface="+mn-cs"/>
          <a:sym typeface="Papyrus"/>
        </a:defRPr>
      </a:lvl3pPr>
      <a:lvl4pPr marL="2641600" marR="0" indent="-660400" algn="l" defTabSz="825500" rtl="0" latinLnBrk="0">
        <a:lnSpc>
          <a:spcPct val="100000"/>
        </a:lnSpc>
        <a:spcBef>
          <a:spcPts val="4200"/>
        </a:spcBef>
        <a:spcAft>
          <a:spcPts val="0"/>
        </a:spcAft>
        <a:buClrTx/>
        <a:buSzPct val="25000"/>
        <a:buFontTx/>
        <a:buBlip>
          <a:blip r:embed="rId3"/>
        </a:buBlip>
        <a:tabLst/>
        <a:defRPr b="0" baseline="0" cap="none" i="0" spc="0" strike="noStrike" sz="5200" u="none">
          <a:solidFill>
            <a:srgbClr val="3E231A"/>
          </a:solidFill>
          <a:uFillTx/>
          <a:latin typeface="+mn-lt"/>
          <a:ea typeface="+mn-ea"/>
          <a:cs typeface="+mn-cs"/>
          <a:sym typeface="Papyrus"/>
        </a:defRPr>
      </a:lvl4pPr>
      <a:lvl5pPr marL="3302000" marR="0" indent="-660400" algn="l" defTabSz="825500" rtl="0" latinLnBrk="0">
        <a:lnSpc>
          <a:spcPct val="100000"/>
        </a:lnSpc>
        <a:spcBef>
          <a:spcPts val="4200"/>
        </a:spcBef>
        <a:spcAft>
          <a:spcPts val="0"/>
        </a:spcAft>
        <a:buClrTx/>
        <a:buSzPct val="25000"/>
        <a:buFontTx/>
        <a:buBlip>
          <a:blip r:embed="rId3"/>
        </a:buBlip>
        <a:tabLst/>
        <a:defRPr b="0" baseline="0" cap="none" i="0" spc="0" strike="noStrike" sz="5200" u="none">
          <a:solidFill>
            <a:srgbClr val="3E231A"/>
          </a:solidFill>
          <a:uFillTx/>
          <a:latin typeface="+mn-lt"/>
          <a:ea typeface="+mn-ea"/>
          <a:cs typeface="+mn-cs"/>
          <a:sym typeface="Papyrus"/>
        </a:defRPr>
      </a:lvl5pPr>
      <a:lvl6pPr marL="3962400" marR="0" indent="-660400" algn="l" defTabSz="825500" rtl="0" latinLnBrk="0">
        <a:lnSpc>
          <a:spcPct val="100000"/>
        </a:lnSpc>
        <a:spcBef>
          <a:spcPts val="4200"/>
        </a:spcBef>
        <a:spcAft>
          <a:spcPts val="0"/>
        </a:spcAft>
        <a:buClrTx/>
        <a:buSzPct val="25000"/>
        <a:buFontTx/>
        <a:buBlip>
          <a:blip r:embed="rId3"/>
        </a:buBlip>
        <a:tabLst/>
        <a:defRPr b="0" baseline="0" cap="none" i="0" spc="0" strike="noStrike" sz="5200" u="none">
          <a:solidFill>
            <a:srgbClr val="3E231A"/>
          </a:solidFill>
          <a:uFillTx/>
          <a:latin typeface="+mn-lt"/>
          <a:ea typeface="+mn-ea"/>
          <a:cs typeface="+mn-cs"/>
          <a:sym typeface="Papyrus"/>
        </a:defRPr>
      </a:lvl6pPr>
      <a:lvl7pPr marL="4622800" marR="0" indent="-660400" algn="l" defTabSz="825500" rtl="0" latinLnBrk="0">
        <a:lnSpc>
          <a:spcPct val="100000"/>
        </a:lnSpc>
        <a:spcBef>
          <a:spcPts val="4200"/>
        </a:spcBef>
        <a:spcAft>
          <a:spcPts val="0"/>
        </a:spcAft>
        <a:buClrTx/>
        <a:buSzPct val="25000"/>
        <a:buFontTx/>
        <a:buBlip>
          <a:blip r:embed="rId3"/>
        </a:buBlip>
        <a:tabLst/>
        <a:defRPr b="0" baseline="0" cap="none" i="0" spc="0" strike="noStrike" sz="5200" u="none">
          <a:solidFill>
            <a:srgbClr val="3E231A"/>
          </a:solidFill>
          <a:uFillTx/>
          <a:latin typeface="+mn-lt"/>
          <a:ea typeface="+mn-ea"/>
          <a:cs typeface="+mn-cs"/>
          <a:sym typeface="Papyrus"/>
        </a:defRPr>
      </a:lvl7pPr>
      <a:lvl8pPr marL="5283200" marR="0" indent="-660400" algn="l" defTabSz="825500" rtl="0" latinLnBrk="0">
        <a:lnSpc>
          <a:spcPct val="100000"/>
        </a:lnSpc>
        <a:spcBef>
          <a:spcPts val="4200"/>
        </a:spcBef>
        <a:spcAft>
          <a:spcPts val="0"/>
        </a:spcAft>
        <a:buClrTx/>
        <a:buSzPct val="25000"/>
        <a:buFontTx/>
        <a:buBlip>
          <a:blip r:embed="rId3"/>
        </a:buBlip>
        <a:tabLst/>
        <a:defRPr b="0" baseline="0" cap="none" i="0" spc="0" strike="noStrike" sz="5200" u="none">
          <a:solidFill>
            <a:srgbClr val="3E231A"/>
          </a:solidFill>
          <a:uFillTx/>
          <a:latin typeface="+mn-lt"/>
          <a:ea typeface="+mn-ea"/>
          <a:cs typeface="+mn-cs"/>
          <a:sym typeface="Papyrus"/>
        </a:defRPr>
      </a:lvl8pPr>
      <a:lvl9pPr marL="5943600" marR="0" indent="-660400" algn="l" defTabSz="825500" rtl="0" latinLnBrk="0">
        <a:lnSpc>
          <a:spcPct val="100000"/>
        </a:lnSpc>
        <a:spcBef>
          <a:spcPts val="4200"/>
        </a:spcBef>
        <a:spcAft>
          <a:spcPts val="0"/>
        </a:spcAft>
        <a:buClrTx/>
        <a:buSzPct val="25000"/>
        <a:buFontTx/>
        <a:buBlip>
          <a:blip r:embed="rId3"/>
        </a:buBlip>
        <a:tabLst/>
        <a:defRPr b="0" baseline="0" cap="none" i="0" spc="0" strike="noStrike" sz="5200" u="none">
          <a:solidFill>
            <a:srgbClr val="3E231A"/>
          </a:solidFill>
          <a:uFillTx/>
          <a:latin typeface="+mn-lt"/>
          <a:ea typeface="+mn-ea"/>
          <a:cs typeface="+mn-cs"/>
          <a:sym typeface="Papyrus"/>
        </a:defRPr>
      </a:lvl9pPr>
    </p:bodyStyle>
    <p:otherStyle>
      <a:lvl1pPr marL="0" marR="0" indent="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Papyrus"/>
        </a:defRPr>
      </a:lvl1pPr>
      <a:lvl2pPr marL="0" marR="0" indent="2286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Papyrus"/>
        </a:defRPr>
      </a:lvl2pPr>
      <a:lvl3pPr marL="0" marR="0" indent="4572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Papyrus"/>
        </a:defRPr>
      </a:lvl3pPr>
      <a:lvl4pPr marL="0" marR="0" indent="6858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Papyrus"/>
        </a:defRPr>
      </a:lvl4pPr>
      <a:lvl5pPr marL="0" marR="0" indent="9144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Papyrus"/>
        </a:defRPr>
      </a:lvl5pPr>
      <a:lvl6pPr marL="0" marR="0" indent="11430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Papyrus"/>
        </a:defRPr>
      </a:lvl6pPr>
      <a:lvl7pPr marL="0" marR="0" indent="13716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Papyrus"/>
        </a:defRPr>
      </a:lvl7pPr>
      <a:lvl8pPr marL="0" marR="0" indent="16002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Papyrus"/>
        </a:defRPr>
      </a:lvl8pPr>
      <a:lvl9pPr marL="0" marR="0" indent="1828800" algn="ctr" defTabSz="82550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Papyru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Optimizing Sales and Profitability for a Multi-Category Retail Superstore"/>
          <p:cNvSpPr txBox="1"/>
          <p:nvPr>
            <p:ph type="ctrTitle"/>
          </p:nvPr>
        </p:nvSpPr>
        <p:spPr>
          <a:xfrm>
            <a:off x="3364996" y="3797030"/>
            <a:ext cx="19621501" cy="2057940"/>
          </a:xfrm>
          <a:prstGeom prst="rect">
            <a:avLst/>
          </a:prstGeom>
        </p:spPr>
        <p:txBody>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6000">
                <a:solidFill>
                  <a:srgbClr val="000000"/>
                </a:solidFill>
                <a:latin typeface="Times New Roman"/>
                <a:ea typeface="Times New Roman"/>
                <a:cs typeface="Times New Roman"/>
                <a:sym typeface="Times New Roman"/>
              </a:defRPr>
            </a:lvl1pPr>
          </a:lstStyle>
          <a:p>
            <a:pPr/>
            <a:r>
              <a:t>Optimizing Sales and Profitability for a Multi-Category Retail Superstore</a:t>
            </a:r>
          </a:p>
        </p:txBody>
      </p:sp>
      <p:sp>
        <p:nvSpPr>
          <p:cNvPr id="120" name="Name: Parth Kacha…"/>
          <p:cNvSpPr txBox="1"/>
          <p:nvPr>
            <p:ph type="subTitle" sz="half" idx="1"/>
          </p:nvPr>
        </p:nvSpPr>
        <p:spPr>
          <a:xfrm>
            <a:off x="3364996" y="7148714"/>
            <a:ext cx="19621501" cy="5026431"/>
          </a:xfrm>
          <a:prstGeom prst="rect">
            <a:avLst/>
          </a:prstGeom>
        </p:spPr>
        <p:txBody>
          <a:bodyPr/>
          <a:lstStyle/>
          <a:p>
            <a:pPr algn="l" defTabSz="443484">
              <a:spcBef>
                <a:spcPts val="1100"/>
              </a:spcBef>
              <a:defRPr sz="4850">
                <a:solidFill>
                  <a:srgbClr val="000000"/>
                </a:solidFill>
                <a:latin typeface="Times New Roman"/>
                <a:ea typeface="Times New Roman"/>
                <a:cs typeface="Times New Roman"/>
                <a:sym typeface="Times New Roman"/>
              </a:defRPr>
            </a:pPr>
            <a:r>
              <a:t>Name: Parth Kacha</a:t>
            </a:r>
          </a:p>
          <a:p>
            <a:pPr algn="l" defTabSz="443484">
              <a:spcBef>
                <a:spcPts val="1100"/>
              </a:spcBef>
              <a:defRPr sz="4850">
                <a:solidFill>
                  <a:srgbClr val="000000"/>
                </a:solidFill>
                <a:latin typeface="Times New Roman"/>
                <a:ea typeface="Times New Roman"/>
                <a:cs typeface="Times New Roman"/>
                <a:sym typeface="Times New Roman"/>
              </a:defRPr>
            </a:pPr>
            <a:r>
              <a:t>Roll No: 23f1002650</a:t>
            </a:r>
          </a:p>
          <a:p>
            <a:pPr algn="l" defTabSz="443484">
              <a:spcBef>
                <a:spcPts val="1100"/>
              </a:spcBef>
              <a:defRPr sz="4850">
                <a:solidFill>
                  <a:srgbClr val="000000"/>
                </a:solidFill>
                <a:latin typeface="Times New Roman"/>
                <a:ea typeface="Times New Roman"/>
                <a:cs typeface="Times New Roman"/>
                <a:sym typeface="Times New Roman"/>
              </a:defRPr>
            </a:pPr>
            <a:r>
              <a:t>Program: IITM Online BS Degree Program</a:t>
            </a:r>
          </a:p>
          <a:p>
            <a:pPr algn="l" defTabSz="443484">
              <a:spcBef>
                <a:spcPts val="1100"/>
              </a:spcBef>
              <a:defRPr sz="4850">
                <a:solidFill>
                  <a:srgbClr val="000000"/>
                </a:solidFill>
                <a:latin typeface="Times New Roman"/>
                <a:ea typeface="Times New Roman"/>
                <a:cs typeface="Times New Roman"/>
                <a:sym typeface="Times New Roman"/>
              </a:defRPr>
            </a:pPr>
            <a:r>
              <a:t>Institution: Indian Institute of Technology, Madras</a:t>
            </a:r>
          </a:p>
          <a:p>
            <a:pPr algn="l" defTabSz="443484">
              <a:spcBef>
                <a:spcPts val="1100"/>
              </a:spcBef>
              <a:defRPr sz="4850">
                <a:solidFill>
                  <a:srgbClr val="000000"/>
                </a:solidFill>
                <a:latin typeface="Times New Roman"/>
                <a:ea typeface="Times New Roman"/>
                <a:cs typeface="Times New Roman"/>
                <a:sym typeface="Times New Roman"/>
              </a:defRPr>
            </a:pPr>
            <a:r>
              <a:t>Course: Business Data Management (BDM) Capstone Project</a:t>
            </a:r>
          </a:p>
        </p:txBody>
      </p:sp>
      <p:pic>
        <p:nvPicPr>
          <p:cNvPr id="121" name="Image" descr="Image"/>
          <p:cNvPicPr>
            <a:picLocks noChangeAspect="1"/>
          </p:cNvPicPr>
          <p:nvPr/>
        </p:nvPicPr>
        <p:blipFill>
          <a:blip r:embed="rId2">
            <a:extLst/>
          </a:blip>
          <a:stretch>
            <a:fillRect/>
          </a:stretch>
        </p:blipFill>
        <p:spPr>
          <a:xfrm>
            <a:off x="1122169" y="940753"/>
            <a:ext cx="3355985" cy="3355985"/>
          </a:xfrm>
          <a:prstGeom prst="rect">
            <a:avLst/>
          </a:prstGeom>
          <a:ln w="12700">
            <a:miter lim="400000"/>
          </a:ln>
        </p:spPr>
      </p:pic>
      <p:sp>
        <p:nvSpPr>
          <p:cNvPr id="122" name="IITM Online BS Degree Program"/>
          <p:cNvSpPr txBox="1"/>
          <p:nvPr/>
        </p:nvSpPr>
        <p:spPr>
          <a:xfrm>
            <a:off x="4756959" y="1825337"/>
            <a:ext cx="7692947" cy="15868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lvl1pPr algn="l">
              <a:tabLst>
                <a:tab pos="330200" algn="l"/>
                <a:tab pos="660400" algn="l"/>
                <a:tab pos="990600" algn="l"/>
                <a:tab pos="1333500" algn="l"/>
                <a:tab pos="1663700" algn="l"/>
                <a:tab pos="1993900" algn="l"/>
                <a:tab pos="2336800" algn="l"/>
                <a:tab pos="2667000" algn="l"/>
                <a:tab pos="2997200" algn="l"/>
                <a:tab pos="3340100" algn="l"/>
                <a:tab pos="3670300" algn="l"/>
                <a:tab pos="4000500" algn="l"/>
              </a:tabLst>
              <a:defRPr sz="5169">
                <a:solidFill>
                  <a:srgbClr val="79513F"/>
                </a:solidFill>
                <a:latin typeface="Times New Roman"/>
                <a:ea typeface="Times New Roman"/>
                <a:cs typeface="Times New Roman"/>
                <a:sym typeface="Times New Roman"/>
              </a:defRPr>
            </a:lvl1pPr>
          </a:lstStyle>
          <a:p>
            <a:pPr defTabSz="914400"/>
            <a:r>
              <a:t>IITM Online BS Degree Program</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About the Organisation (Superstore)"/>
          <p:cNvSpPr txBox="1"/>
          <p:nvPr>
            <p:ph type="ctrTitle"/>
          </p:nvPr>
        </p:nvSpPr>
        <p:spPr>
          <a:xfrm>
            <a:off x="2381250" y="171755"/>
            <a:ext cx="19621500" cy="2050062"/>
          </a:xfrm>
          <a:prstGeom prst="rect">
            <a:avLst/>
          </a:prstGeom>
        </p:spPr>
        <p:txBody>
          <a:bodyPr/>
          <a:lstStyle>
            <a:lvl1pPr defTabSz="457200">
              <a:defRPr sz="6000">
                <a:solidFill>
                  <a:srgbClr val="000000"/>
                </a:solidFill>
                <a:latin typeface="Times New Roman"/>
                <a:ea typeface="Times New Roman"/>
                <a:cs typeface="Times New Roman"/>
                <a:sym typeface="Times New Roman"/>
              </a:defRPr>
            </a:lvl1pPr>
          </a:lstStyle>
          <a:p>
            <a:pPr/>
            <a:r>
              <a:t>About the Organisation (Superstore)</a:t>
            </a:r>
          </a:p>
        </p:txBody>
      </p:sp>
      <p:sp>
        <p:nvSpPr>
          <p:cNvPr id="125" name="Superstore is a multi-category retail company operating across the United States…"/>
          <p:cNvSpPr txBox="1"/>
          <p:nvPr>
            <p:ph type="subTitle" idx="1"/>
          </p:nvPr>
        </p:nvSpPr>
        <p:spPr>
          <a:xfrm>
            <a:off x="2381250" y="3922267"/>
            <a:ext cx="19621500" cy="7933399"/>
          </a:xfrm>
          <a:prstGeom prst="rect">
            <a:avLst/>
          </a:prstGeom>
        </p:spPr>
        <p:txBody>
          <a:bodyPr/>
          <a:lstStyle/>
          <a:p>
            <a:pPr algn="l" defTabSz="434340">
              <a:spcBef>
                <a:spcPts val="1100"/>
              </a:spcBef>
              <a:defRPr sz="4750">
                <a:solidFill>
                  <a:srgbClr val="000000"/>
                </a:solidFill>
                <a:latin typeface="Times Roman"/>
                <a:ea typeface="Times Roman"/>
                <a:cs typeface="Times Roman"/>
                <a:sym typeface="Times Roman"/>
              </a:defRPr>
            </a:pPr>
            <a:r>
              <a:t>Superstore is a multi-category retail company operating across the United States</a:t>
            </a:r>
          </a:p>
          <a:p>
            <a:pPr algn="l" defTabSz="434340">
              <a:spcBef>
                <a:spcPts val="1100"/>
              </a:spcBef>
              <a:defRPr sz="4750">
                <a:solidFill>
                  <a:srgbClr val="000000"/>
                </a:solidFill>
                <a:latin typeface="Times Roman"/>
                <a:ea typeface="Times Roman"/>
                <a:cs typeface="Times Roman"/>
                <a:sym typeface="Times Roman"/>
              </a:defRPr>
            </a:pPr>
            <a:r>
              <a:t>It sells products under three major categories:</a:t>
            </a:r>
          </a:p>
          <a:p>
            <a:pPr marL="434340" indent="-301625" algn="l" defTabSz="434340">
              <a:spcBef>
                <a:spcPts val="1100"/>
              </a:spcBef>
              <a:buSzPct val="125000"/>
              <a:buFont typeface="Times Roman"/>
              <a:buChar char="•"/>
              <a:defRPr sz="4750">
                <a:solidFill>
                  <a:srgbClr val="000000"/>
                </a:solidFill>
                <a:latin typeface="Times Roman"/>
                <a:ea typeface="Times Roman"/>
                <a:cs typeface="Times Roman"/>
                <a:sym typeface="Times Roman"/>
              </a:defRPr>
            </a:pPr>
            <a:r>
              <a:t>Furniture</a:t>
            </a:r>
          </a:p>
          <a:p>
            <a:pPr marL="434340" indent="-301625" algn="l" defTabSz="434340">
              <a:spcBef>
                <a:spcPts val="1100"/>
              </a:spcBef>
              <a:buSzPct val="125000"/>
              <a:buFont typeface="Times Roman"/>
              <a:buChar char="•"/>
              <a:defRPr sz="4750">
                <a:solidFill>
                  <a:srgbClr val="000000"/>
                </a:solidFill>
                <a:latin typeface="Times Roman"/>
                <a:ea typeface="Times Roman"/>
                <a:cs typeface="Times Roman"/>
                <a:sym typeface="Times Roman"/>
              </a:defRPr>
            </a:pPr>
            <a:r>
              <a:t>Office Supplies</a:t>
            </a:r>
          </a:p>
          <a:p>
            <a:pPr marL="434340" indent="-301625" algn="l" defTabSz="434340">
              <a:spcBef>
                <a:spcPts val="1100"/>
              </a:spcBef>
              <a:buSzPct val="125000"/>
              <a:buFont typeface="Times Roman"/>
              <a:buChar char="•"/>
              <a:defRPr sz="4750">
                <a:solidFill>
                  <a:srgbClr val="000000"/>
                </a:solidFill>
                <a:latin typeface="Times Roman"/>
                <a:ea typeface="Times Roman"/>
                <a:cs typeface="Times Roman"/>
                <a:sym typeface="Times Roman"/>
              </a:defRPr>
            </a:pPr>
            <a:r>
              <a:t>Technology</a:t>
            </a:r>
          </a:p>
          <a:p>
            <a:pPr algn="l" defTabSz="434340">
              <a:spcBef>
                <a:spcPts val="1100"/>
              </a:spcBef>
              <a:defRPr sz="4750">
                <a:solidFill>
                  <a:srgbClr val="000000"/>
                </a:solidFill>
                <a:latin typeface="Times Roman"/>
                <a:ea typeface="Times Roman"/>
                <a:cs typeface="Times Roman"/>
                <a:sym typeface="Times Roman"/>
              </a:defRPr>
            </a:pPr>
            <a:r>
              <a:t>Customers belong to Consumer, Corporate, and Home Office segments.</a:t>
            </a:r>
          </a:p>
          <a:p>
            <a:pPr algn="l" defTabSz="434340">
              <a:spcBef>
                <a:spcPts val="1100"/>
              </a:spcBef>
              <a:defRPr sz="4750">
                <a:solidFill>
                  <a:srgbClr val="000000"/>
                </a:solidFill>
                <a:latin typeface="Times Roman"/>
                <a:ea typeface="Times Roman"/>
                <a:cs typeface="Times Roman"/>
                <a:sym typeface="Times Roman"/>
              </a:defRPr>
            </a:pPr>
            <a:r>
              <a:t>Operations span four regions: East, West, Central, and South.</a:t>
            </a:r>
          </a:p>
          <a:p>
            <a:pPr algn="l" defTabSz="434340">
              <a:spcBef>
                <a:spcPts val="1100"/>
              </a:spcBef>
              <a:defRPr sz="4750">
                <a:solidFill>
                  <a:srgbClr val="000000"/>
                </a:solidFill>
                <a:latin typeface="Times Roman"/>
                <a:ea typeface="Times Roman"/>
                <a:cs typeface="Times Roman"/>
                <a:sym typeface="Times Roman"/>
              </a:defRPr>
            </a:pPr>
            <a:r>
              <a:t>The dataset used is a publicly available sample dataset from Kaggle.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Business Problems Addressed"/>
          <p:cNvSpPr txBox="1"/>
          <p:nvPr>
            <p:ph type="ctrTitle"/>
          </p:nvPr>
        </p:nvSpPr>
        <p:spPr>
          <a:xfrm>
            <a:off x="2381250" y="950611"/>
            <a:ext cx="19621500" cy="1271206"/>
          </a:xfrm>
          <a:prstGeom prst="rect">
            <a:avLst/>
          </a:prstGeom>
        </p:spPr>
        <p:txBody>
          <a:bodyPr/>
          <a:lstStyle>
            <a:lvl1pPr defTabSz="457200">
              <a:defRPr sz="6000">
                <a:solidFill>
                  <a:srgbClr val="000000"/>
                </a:solidFill>
                <a:latin typeface="Times Roman"/>
                <a:ea typeface="Times Roman"/>
                <a:cs typeface="Times Roman"/>
                <a:sym typeface="Times Roman"/>
              </a:defRPr>
            </a:lvl1pPr>
          </a:lstStyle>
          <a:p>
            <a:pPr/>
            <a:r>
              <a:t>Business Problems Addressed</a:t>
            </a:r>
          </a:p>
        </p:txBody>
      </p:sp>
      <p:sp>
        <p:nvSpPr>
          <p:cNvPr id="128" name="Identify which product categories and sub-categories generate profit and which cause losses.…"/>
          <p:cNvSpPr txBox="1"/>
          <p:nvPr>
            <p:ph type="subTitle" sz="half" idx="1"/>
          </p:nvPr>
        </p:nvSpPr>
        <p:spPr>
          <a:xfrm>
            <a:off x="2381250" y="4714038"/>
            <a:ext cx="19067629" cy="6470471"/>
          </a:xfrm>
          <a:prstGeom prst="rect">
            <a:avLst/>
          </a:prstGeom>
        </p:spPr>
        <p:txBody>
          <a:bodyPr/>
          <a:lstStyle/>
          <a:p>
            <a:pPr marL="457200" indent="-317500" algn="l" defTabSz="457200">
              <a:spcBef>
                <a:spcPts val="1200"/>
              </a:spcBef>
              <a:buSzPct val="125000"/>
              <a:buFont typeface="Times Roman"/>
              <a:buChar char="•"/>
              <a:defRPr sz="6000">
                <a:solidFill>
                  <a:srgbClr val="000000"/>
                </a:solidFill>
                <a:latin typeface="Times New Roman"/>
                <a:ea typeface="Times New Roman"/>
                <a:cs typeface="Times New Roman"/>
                <a:sym typeface="Times New Roman"/>
              </a:defRPr>
            </a:pPr>
            <a:r>
              <a:t>Identify which product categories and sub-categories generate profit and which cause losses.</a:t>
            </a:r>
          </a:p>
          <a:p>
            <a:pPr marL="457200" indent="-317500" algn="l" defTabSz="457200">
              <a:spcBef>
                <a:spcPts val="1200"/>
              </a:spcBef>
              <a:buSzPct val="125000"/>
              <a:buFont typeface="Times Roman"/>
              <a:buChar char="•"/>
              <a:defRPr sz="6000">
                <a:solidFill>
                  <a:srgbClr val="000000"/>
                </a:solidFill>
                <a:latin typeface="Times New Roman"/>
                <a:ea typeface="Times New Roman"/>
                <a:cs typeface="Times New Roman"/>
                <a:sym typeface="Times New Roman"/>
              </a:defRPr>
            </a:pPr>
            <a:r>
              <a:t>Analyze how discounts and shipping modes affect sales and profitability.</a:t>
            </a:r>
          </a:p>
          <a:p>
            <a:pPr marL="457200" indent="-317500" algn="l" defTabSz="457200">
              <a:spcBef>
                <a:spcPts val="1200"/>
              </a:spcBef>
              <a:buSzPct val="125000"/>
              <a:buFont typeface="Times Roman"/>
              <a:buChar char="•"/>
              <a:defRPr sz="6000">
                <a:solidFill>
                  <a:srgbClr val="000000"/>
                </a:solidFill>
                <a:latin typeface="Times New Roman"/>
                <a:ea typeface="Times New Roman"/>
                <a:cs typeface="Times New Roman"/>
                <a:sym typeface="Times New Roman"/>
              </a:defRPr>
            </a:pPr>
            <a:r>
              <a:t>Study regional and customer segment performance to identify business growth opportunities.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Data Description (Metadata &amp; Descriptive Stats)"/>
          <p:cNvSpPr txBox="1"/>
          <p:nvPr>
            <p:ph type="ctrTitle"/>
          </p:nvPr>
        </p:nvSpPr>
        <p:spPr>
          <a:xfrm>
            <a:off x="2381250" y="676158"/>
            <a:ext cx="19621500" cy="1407506"/>
          </a:xfrm>
          <a:prstGeom prst="rect">
            <a:avLst/>
          </a:prstGeom>
        </p:spPr>
        <p:txBody>
          <a:bodyPr/>
          <a:lstStyle>
            <a:lvl1pPr defTabSz="457200">
              <a:defRPr sz="6000">
                <a:solidFill>
                  <a:srgbClr val="000000"/>
                </a:solidFill>
                <a:latin typeface="Times New Roman"/>
                <a:ea typeface="Times New Roman"/>
                <a:cs typeface="Times New Roman"/>
                <a:sym typeface="Times New Roman"/>
              </a:defRPr>
            </a:lvl1pPr>
          </a:lstStyle>
          <a:p>
            <a:pPr/>
            <a:r>
              <a:t>Data Description (Metadata &amp; Descriptive Stats)</a:t>
            </a:r>
          </a:p>
        </p:txBody>
      </p:sp>
      <p:sp>
        <p:nvSpPr>
          <p:cNvPr id="131" name="Source: Kaggle – Superstore Dataset…"/>
          <p:cNvSpPr txBox="1"/>
          <p:nvPr>
            <p:ph type="subTitle" idx="1"/>
          </p:nvPr>
        </p:nvSpPr>
        <p:spPr>
          <a:xfrm>
            <a:off x="2381250" y="3121309"/>
            <a:ext cx="19621500" cy="8824930"/>
          </a:xfrm>
          <a:prstGeom prst="rect">
            <a:avLst/>
          </a:prstGeom>
        </p:spPr>
        <p:txBody>
          <a:bodyPr/>
          <a:lstStyle/>
          <a:p>
            <a:pPr algn="l" defTabSz="329184">
              <a:spcBef>
                <a:spcPts val="800"/>
              </a:spcBef>
              <a:defRPr sz="4320">
                <a:solidFill>
                  <a:srgbClr val="000000"/>
                </a:solidFill>
                <a:latin typeface="Times New Roman"/>
                <a:ea typeface="Times New Roman"/>
                <a:cs typeface="Times New Roman"/>
                <a:sym typeface="Times New Roman"/>
              </a:defRPr>
            </a:pPr>
            <a:r>
              <a:t>Source: Kaggle – Superstore Dataset</a:t>
            </a:r>
          </a:p>
          <a:p>
            <a:pPr algn="l" defTabSz="329184">
              <a:spcBef>
                <a:spcPts val="800"/>
              </a:spcBef>
              <a:defRPr sz="4320">
                <a:solidFill>
                  <a:srgbClr val="000000"/>
                </a:solidFill>
                <a:latin typeface="Times New Roman"/>
                <a:ea typeface="Times New Roman"/>
                <a:cs typeface="Times New Roman"/>
                <a:sym typeface="Times New Roman"/>
              </a:defRPr>
            </a:pPr>
            <a:r>
              <a:t>Total records: 9,994 transactions</a:t>
            </a:r>
          </a:p>
          <a:p>
            <a:pPr algn="l" defTabSz="329184">
              <a:spcBef>
                <a:spcPts val="800"/>
              </a:spcBef>
              <a:defRPr sz="4320">
                <a:solidFill>
                  <a:srgbClr val="000000"/>
                </a:solidFill>
                <a:latin typeface="Times New Roman"/>
                <a:ea typeface="Times New Roman"/>
                <a:cs typeface="Times New Roman"/>
                <a:sym typeface="Times New Roman"/>
              </a:defRPr>
            </a:pPr>
            <a:r>
              <a:t>Time period: 2014–2017</a:t>
            </a:r>
          </a:p>
          <a:p>
            <a:pPr algn="l" defTabSz="329184">
              <a:spcBef>
                <a:spcPts val="800"/>
              </a:spcBef>
              <a:defRPr sz="4320">
                <a:solidFill>
                  <a:srgbClr val="000000"/>
                </a:solidFill>
                <a:latin typeface="Times New Roman"/>
                <a:ea typeface="Times New Roman"/>
                <a:cs typeface="Times New Roman"/>
                <a:sym typeface="Times New Roman"/>
              </a:defRPr>
            </a:pPr>
            <a:r>
              <a:t>Key variables:    </a:t>
            </a:r>
          </a:p>
          <a:p>
            <a:pPr lvl="1" marL="658368" indent="-228600" algn="l" defTabSz="329184">
              <a:spcBef>
                <a:spcPts val="800"/>
              </a:spcBef>
              <a:buSzPct val="125000"/>
              <a:buFont typeface="Times Roman"/>
              <a:buChar char="◦"/>
              <a:defRPr sz="4320">
                <a:solidFill>
                  <a:srgbClr val="000000"/>
                </a:solidFill>
                <a:latin typeface="Times New Roman"/>
                <a:ea typeface="Times New Roman"/>
                <a:cs typeface="Times New Roman"/>
                <a:sym typeface="Times New Roman"/>
              </a:defRPr>
            </a:pPr>
            <a:r>
              <a:t>Sales, Profit, Discount, Quantity</a:t>
            </a:r>
          </a:p>
          <a:p>
            <a:pPr lvl="1" marL="658368" indent="-228600" algn="l" defTabSz="329184">
              <a:spcBef>
                <a:spcPts val="800"/>
              </a:spcBef>
              <a:buSzPct val="125000"/>
              <a:buFont typeface="Times Roman"/>
              <a:buChar char="◦"/>
              <a:defRPr sz="4320">
                <a:solidFill>
                  <a:srgbClr val="000000"/>
                </a:solidFill>
                <a:latin typeface="Times New Roman"/>
                <a:ea typeface="Times New Roman"/>
                <a:cs typeface="Times New Roman"/>
                <a:sym typeface="Times New Roman"/>
              </a:defRPr>
            </a:pPr>
            <a:r>
              <a:t>Category, Sub-Category</a:t>
            </a:r>
          </a:p>
          <a:p>
            <a:pPr lvl="1" marL="658368" indent="-228600" algn="l" defTabSz="329184">
              <a:spcBef>
                <a:spcPts val="800"/>
              </a:spcBef>
              <a:buSzPct val="125000"/>
              <a:buFont typeface="Times Roman"/>
              <a:buChar char="◦"/>
              <a:defRPr sz="4320">
                <a:solidFill>
                  <a:srgbClr val="000000"/>
                </a:solidFill>
                <a:latin typeface="Times New Roman"/>
                <a:ea typeface="Times New Roman"/>
                <a:cs typeface="Times New Roman"/>
                <a:sym typeface="Times New Roman"/>
              </a:defRPr>
            </a:pPr>
            <a:r>
              <a:t>Region, State</a:t>
            </a:r>
          </a:p>
          <a:p>
            <a:pPr lvl="1" marL="658368" indent="-228600" algn="l" defTabSz="329184">
              <a:spcBef>
                <a:spcPts val="800"/>
              </a:spcBef>
              <a:buSzPct val="125000"/>
              <a:buFont typeface="Times Roman"/>
              <a:buChar char="◦"/>
              <a:defRPr sz="4320">
                <a:solidFill>
                  <a:srgbClr val="000000"/>
                </a:solidFill>
                <a:latin typeface="Times New Roman"/>
                <a:ea typeface="Times New Roman"/>
                <a:cs typeface="Times New Roman"/>
                <a:sym typeface="Times New Roman"/>
              </a:defRPr>
            </a:pPr>
            <a:r>
              <a:t>Customer Segment, Ship Mode</a:t>
            </a:r>
          </a:p>
          <a:p>
            <a:pPr algn="l" defTabSz="329184">
              <a:spcBef>
                <a:spcPts val="800"/>
              </a:spcBef>
              <a:defRPr b="1" sz="4320">
                <a:solidFill>
                  <a:srgbClr val="000000"/>
                </a:solidFill>
                <a:latin typeface="Times New Roman"/>
                <a:ea typeface="Times New Roman"/>
                <a:cs typeface="Times New Roman"/>
                <a:sym typeface="Times New Roman"/>
              </a:defRPr>
            </a:pPr>
            <a:r>
              <a:t>Descriptive Statistics :</a:t>
            </a:r>
            <a:endParaRPr b="0"/>
          </a:p>
          <a:p>
            <a:pPr algn="l" defTabSz="329184">
              <a:spcBef>
                <a:spcPts val="800"/>
              </a:spcBef>
              <a:defRPr sz="4320">
                <a:solidFill>
                  <a:srgbClr val="000000"/>
                </a:solidFill>
                <a:latin typeface="Times New Roman"/>
                <a:ea typeface="Times New Roman"/>
                <a:cs typeface="Times New Roman"/>
                <a:sym typeface="Times New Roman"/>
              </a:defRPr>
            </a:pPr>
            <a:r>
              <a:t>Average sales per order ~ $230</a:t>
            </a:r>
          </a:p>
          <a:p>
            <a:pPr algn="l" defTabSz="329184">
              <a:spcBef>
                <a:spcPts val="800"/>
              </a:spcBef>
              <a:defRPr sz="4320">
                <a:solidFill>
                  <a:srgbClr val="000000"/>
                </a:solidFill>
                <a:latin typeface="Times New Roman"/>
                <a:ea typeface="Times New Roman"/>
                <a:cs typeface="Times New Roman"/>
                <a:sym typeface="Times New Roman"/>
              </a:defRPr>
            </a:pPr>
            <a:r>
              <a:t>Average profit per order ~ $29</a:t>
            </a:r>
          </a:p>
          <a:p>
            <a:pPr algn="l" defTabSz="329184">
              <a:spcBef>
                <a:spcPts val="800"/>
              </a:spcBef>
              <a:defRPr sz="4320">
                <a:solidFill>
                  <a:srgbClr val="000000"/>
                </a:solidFill>
                <a:latin typeface="Times New Roman"/>
                <a:ea typeface="Times New Roman"/>
                <a:cs typeface="Times New Roman"/>
                <a:sym typeface="Times New Roman"/>
              </a:defRPr>
            </a:pPr>
            <a:r>
              <a:t>Discounts go up to 80%, which leads to losses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Data Preparation &amp; Methodology"/>
          <p:cNvSpPr txBox="1"/>
          <p:nvPr>
            <p:ph type="ctrTitle"/>
          </p:nvPr>
        </p:nvSpPr>
        <p:spPr>
          <a:xfrm>
            <a:off x="2381250" y="819035"/>
            <a:ext cx="19621500" cy="1363088"/>
          </a:xfrm>
          <a:prstGeom prst="rect">
            <a:avLst/>
          </a:prstGeom>
        </p:spPr>
        <p:txBody>
          <a:bodyPr/>
          <a:lstStyle>
            <a:lvl1pPr defTabSz="457200">
              <a:defRPr sz="6000">
                <a:solidFill>
                  <a:srgbClr val="000000"/>
                </a:solidFill>
                <a:latin typeface="Times New Roman"/>
                <a:ea typeface="Times New Roman"/>
                <a:cs typeface="Times New Roman"/>
                <a:sym typeface="Times New Roman"/>
              </a:defRPr>
            </a:lvl1pPr>
          </a:lstStyle>
          <a:p>
            <a:pPr/>
            <a:r>
              <a:t>Data Preparation &amp; Methodology</a:t>
            </a:r>
          </a:p>
        </p:txBody>
      </p:sp>
      <p:sp>
        <p:nvSpPr>
          <p:cNvPr id="134" name="Data Preparation &amp; Initial Analysis…"/>
          <p:cNvSpPr txBox="1"/>
          <p:nvPr>
            <p:ph type="subTitle" idx="1"/>
          </p:nvPr>
        </p:nvSpPr>
        <p:spPr>
          <a:xfrm>
            <a:off x="1811386" y="2878456"/>
            <a:ext cx="20761228" cy="9934684"/>
          </a:xfrm>
          <a:prstGeom prst="rect">
            <a:avLst/>
          </a:prstGeom>
        </p:spPr>
        <p:txBody>
          <a:bodyPr/>
          <a:lstStyle/>
          <a:p>
            <a:pPr algn="l" defTabSz="333756">
              <a:spcBef>
                <a:spcPts val="1000"/>
              </a:spcBef>
              <a:defRPr b="1" sz="4380">
                <a:solidFill>
                  <a:srgbClr val="000000"/>
                </a:solidFill>
                <a:latin typeface="Times New Roman"/>
                <a:ea typeface="Times New Roman"/>
                <a:cs typeface="Times New Roman"/>
                <a:sym typeface="Times New Roman"/>
              </a:defRPr>
            </a:pPr>
            <a:r>
              <a:t>Data Preparation &amp; Initial Analysis</a:t>
            </a:r>
          </a:p>
          <a:p>
            <a:pPr marL="333756" indent="-231775" algn="l" defTabSz="333756">
              <a:spcBef>
                <a:spcPts val="800"/>
              </a:spcBef>
              <a:buSzPct val="125000"/>
              <a:buFont typeface="Times Roman"/>
              <a:buChar char="•"/>
              <a:defRPr sz="4380">
                <a:solidFill>
                  <a:srgbClr val="000000"/>
                </a:solidFill>
                <a:latin typeface="Times New Roman"/>
                <a:ea typeface="Times New Roman"/>
                <a:cs typeface="Times New Roman"/>
                <a:sym typeface="Times New Roman"/>
              </a:defRPr>
            </a:pPr>
            <a:r>
              <a:t>No Missing value found</a:t>
            </a:r>
          </a:p>
          <a:p>
            <a:pPr marL="333756" indent="-231775" algn="l" defTabSz="333756">
              <a:spcBef>
                <a:spcPts val="800"/>
              </a:spcBef>
              <a:buSzPct val="125000"/>
              <a:buFont typeface="Times Roman"/>
              <a:buChar char="•"/>
              <a:defRPr sz="4380">
                <a:solidFill>
                  <a:srgbClr val="000000"/>
                </a:solidFill>
                <a:latin typeface="Times New Roman"/>
                <a:ea typeface="Times New Roman"/>
                <a:cs typeface="Times New Roman"/>
                <a:sym typeface="Times New Roman"/>
              </a:defRPr>
            </a:pPr>
            <a:r>
              <a:t>No data cleaning was required as the dataset had no missing values in key fields</a:t>
            </a:r>
          </a:p>
          <a:p>
            <a:pPr marL="333756" indent="-231775" algn="l" defTabSz="333756">
              <a:spcBef>
                <a:spcPts val="800"/>
              </a:spcBef>
              <a:buSzPct val="125000"/>
              <a:buFont typeface="Times Roman"/>
              <a:buChar char="•"/>
              <a:defRPr sz="4380">
                <a:solidFill>
                  <a:srgbClr val="000000"/>
                </a:solidFill>
                <a:latin typeface="Times New Roman"/>
                <a:ea typeface="Times New Roman"/>
                <a:cs typeface="Times New Roman"/>
                <a:sym typeface="Times New Roman"/>
              </a:defRPr>
            </a:pPr>
            <a:r>
              <a:t>Descriptive statistics calculated for Sales, Profit, Discount, Quantity</a:t>
            </a:r>
          </a:p>
          <a:p>
            <a:pPr marL="333756" indent="-231775" algn="l" defTabSz="333756">
              <a:spcBef>
                <a:spcPts val="800"/>
              </a:spcBef>
              <a:buSzPct val="125000"/>
              <a:buFont typeface="Times Roman"/>
              <a:buChar char="•"/>
              <a:defRPr sz="4380">
                <a:solidFill>
                  <a:srgbClr val="000000"/>
                </a:solidFill>
                <a:latin typeface="Times New Roman"/>
                <a:ea typeface="Times New Roman"/>
                <a:cs typeface="Times New Roman"/>
                <a:sym typeface="Times New Roman"/>
              </a:defRPr>
            </a:pPr>
            <a:r>
              <a:t>Category, Region, Segment, and Ship Mode level aggregations performed</a:t>
            </a:r>
          </a:p>
          <a:p>
            <a:pPr marL="333756" indent="-231775" algn="l" defTabSz="333756">
              <a:spcBef>
                <a:spcPts val="800"/>
              </a:spcBef>
              <a:buSzPct val="125000"/>
              <a:buFont typeface="Times Roman"/>
              <a:buChar char="•"/>
              <a:defRPr sz="4380">
                <a:solidFill>
                  <a:srgbClr val="000000"/>
                </a:solidFill>
                <a:latin typeface="Times New Roman"/>
                <a:ea typeface="Times New Roman"/>
                <a:cs typeface="Times New Roman"/>
                <a:sym typeface="Times New Roman"/>
              </a:defRPr>
            </a:pPr>
            <a:r>
              <a:t>Correlation heatmap showed:</a:t>
            </a:r>
          </a:p>
          <a:p>
            <a:pPr lvl="1" marL="667512" indent="-231775" algn="l" defTabSz="333756">
              <a:spcBef>
                <a:spcPts val="800"/>
              </a:spcBef>
              <a:buSzPct val="125000"/>
              <a:buFont typeface="Times Roman"/>
              <a:buChar char="◦"/>
              <a:defRPr sz="4380">
                <a:solidFill>
                  <a:srgbClr val="000000"/>
                </a:solidFill>
                <a:latin typeface="Times New Roman"/>
                <a:ea typeface="Times New Roman"/>
                <a:cs typeface="Times New Roman"/>
                <a:sym typeface="Times New Roman"/>
              </a:defRPr>
            </a:pPr>
            <a:r>
              <a:t>Huge discount resulted negatively correlation with Profit</a:t>
            </a:r>
          </a:p>
          <a:p>
            <a:pPr marL="333756" indent="-231775" algn="l" defTabSz="333756">
              <a:spcBef>
                <a:spcPts val="800"/>
              </a:spcBef>
              <a:buSzPct val="125000"/>
              <a:buFont typeface="Times Roman"/>
              <a:buChar char="•"/>
              <a:defRPr sz="4380">
                <a:solidFill>
                  <a:srgbClr val="000000"/>
                </a:solidFill>
                <a:latin typeface="Times New Roman"/>
                <a:ea typeface="Times New Roman"/>
                <a:cs typeface="Times New Roman"/>
                <a:sym typeface="Times New Roman"/>
              </a:defRPr>
            </a:pPr>
            <a:r>
              <a:t>Top loss-making products identified to highlight risk areas</a:t>
            </a:r>
          </a:p>
          <a:p>
            <a:pPr algn="l" defTabSz="333756">
              <a:spcBef>
                <a:spcPts val="800"/>
              </a:spcBef>
              <a:defRPr b="1" sz="4380">
                <a:solidFill>
                  <a:srgbClr val="000000"/>
                </a:solidFill>
                <a:latin typeface="Times New Roman"/>
                <a:ea typeface="Times New Roman"/>
                <a:cs typeface="Times New Roman"/>
                <a:sym typeface="Times New Roman"/>
              </a:defRPr>
            </a:pPr>
            <a:r>
              <a:t>Methodology</a:t>
            </a:r>
            <a:endParaRPr b="0"/>
          </a:p>
          <a:p>
            <a:pPr marL="333756" indent="-231775" algn="l" defTabSz="333756">
              <a:spcBef>
                <a:spcPts val="800"/>
              </a:spcBef>
              <a:buSzPct val="125000"/>
              <a:buFont typeface="Times Roman"/>
              <a:buChar char="•"/>
              <a:defRPr sz="4380">
                <a:solidFill>
                  <a:srgbClr val="000000"/>
                </a:solidFill>
                <a:latin typeface="Times New Roman"/>
                <a:ea typeface="Times New Roman"/>
                <a:cs typeface="Times New Roman"/>
                <a:sym typeface="Times New Roman"/>
              </a:defRPr>
            </a:pPr>
            <a:r>
              <a:t>Descriptive statistics to understand data distribution</a:t>
            </a:r>
          </a:p>
          <a:p>
            <a:pPr marL="333756" indent="-231775" algn="l" defTabSz="333756">
              <a:spcBef>
                <a:spcPts val="800"/>
              </a:spcBef>
              <a:buSzPct val="125000"/>
              <a:buFont typeface="Times Roman"/>
              <a:buChar char="•"/>
              <a:defRPr sz="4380">
                <a:solidFill>
                  <a:srgbClr val="000000"/>
                </a:solidFill>
                <a:latin typeface="Times New Roman"/>
                <a:ea typeface="Times New Roman"/>
                <a:cs typeface="Times New Roman"/>
                <a:sym typeface="Times New Roman"/>
              </a:defRPr>
            </a:pPr>
            <a:r>
              <a:t>Group wise analysis by category, region, and customer segment</a:t>
            </a:r>
          </a:p>
          <a:p>
            <a:pPr marL="333756" indent="-231775" algn="l" defTabSz="333756">
              <a:spcBef>
                <a:spcPts val="800"/>
              </a:spcBef>
              <a:buSzPct val="125000"/>
              <a:buFont typeface="Times Roman"/>
              <a:buChar char="•"/>
              <a:defRPr sz="4380">
                <a:solidFill>
                  <a:srgbClr val="000000"/>
                </a:solidFill>
                <a:latin typeface="Times New Roman"/>
                <a:ea typeface="Times New Roman"/>
                <a:cs typeface="Times New Roman"/>
                <a:sym typeface="Times New Roman"/>
              </a:defRPr>
            </a:pPr>
            <a:r>
              <a:t>Correlation analysis to study discount-profit impact</a:t>
            </a:r>
          </a:p>
          <a:p>
            <a:pPr marL="333756" indent="-231775" algn="l" defTabSz="333756">
              <a:spcBef>
                <a:spcPts val="800"/>
              </a:spcBef>
              <a:buSzPct val="125000"/>
              <a:buFont typeface="Times Roman"/>
              <a:buChar char="•"/>
              <a:defRPr sz="4380">
                <a:solidFill>
                  <a:srgbClr val="000000"/>
                </a:solidFill>
                <a:latin typeface="Times New Roman"/>
                <a:ea typeface="Times New Roman"/>
                <a:cs typeface="Times New Roman"/>
                <a:sym typeface="Times New Roman"/>
              </a:defRPr>
            </a:pPr>
            <a:r>
              <a:t>Visualisation based interpretation using dashboards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Analysis Approach &amp; Tools"/>
          <p:cNvSpPr txBox="1"/>
          <p:nvPr>
            <p:ph type="ctrTitle"/>
          </p:nvPr>
        </p:nvSpPr>
        <p:spPr>
          <a:xfrm>
            <a:off x="2381250" y="864409"/>
            <a:ext cx="19621500" cy="1311357"/>
          </a:xfrm>
          <a:prstGeom prst="rect">
            <a:avLst/>
          </a:prstGeom>
        </p:spPr>
        <p:txBody>
          <a:bodyPr/>
          <a:lstStyle>
            <a:lvl1pPr defTabSz="457200">
              <a:defRPr sz="6000">
                <a:solidFill>
                  <a:srgbClr val="000000"/>
                </a:solidFill>
                <a:latin typeface="Times New Roman"/>
                <a:ea typeface="Times New Roman"/>
                <a:cs typeface="Times New Roman"/>
                <a:sym typeface="Times New Roman"/>
              </a:defRPr>
            </a:lvl1pPr>
          </a:lstStyle>
          <a:p>
            <a:pPr/>
            <a:r>
              <a:t>Analysis Approach &amp; Tools</a:t>
            </a:r>
          </a:p>
        </p:txBody>
      </p:sp>
      <p:sp>
        <p:nvSpPr>
          <p:cNvPr id="137" name="Tableau…"/>
          <p:cNvSpPr txBox="1"/>
          <p:nvPr>
            <p:ph type="subTitle" idx="1"/>
          </p:nvPr>
        </p:nvSpPr>
        <p:spPr>
          <a:xfrm>
            <a:off x="2381250" y="3315595"/>
            <a:ext cx="19621500" cy="9024866"/>
          </a:xfrm>
          <a:prstGeom prst="rect">
            <a:avLst/>
          </a:prstGeom>
        </p:spPr>
        <p:txBody>
          <a:bodyPr/>
          <a:lstStyle/>
          <a:p>
            <a:pPr algn="l" defTabSz="320039">
              <a:spcBef>
                <a:spcPts val="800"/>
              </a:spcBef>
              <a:defRPr b="1" sz="4340">
                <a:solidFill>
                  <a:srgbClr val="000000"/>
                </a:solidFill>
                <a:latin typeface="Times New Roman"/>
                <a:ea typeface="Times New Roman"/>
                <a:cs typeface="Times New Roman"/>
                <a:sym typeface="Times New Roman"/>
              </a:defRPr>
            </a:pPr>
            <a:r>
              <a:t>Tableau</a:t>
            </a:r>
            <a:endParaRPr b="0"/>
          </a:p>
          <a:p>
            <a:pPr marL="160019" indent="-160019" algn="l" defTabSz="320039">
              <a:spcBef>
                <a:spcPts val="800"/>
              </a:spcBef>
              <a:buSzPct val="100000"/>
              <a:buChar char="•"/>
              <a:defRPr b="1" sz="4340">
                <a:solidFill>
                  <a:srgbClr val="000000"/>
                </a:solidFill>
                <a:latin typeface="Times New Roman"/>
                <a:ea typeface="Times New Roman"/>
                <a:cs typeface="Times New Roman"/>
                <a:sym typeface="Times New Roman"/>
              </a:defRPr>
            </a:pPr>
            <a:r>
              <a:rPr b="0"/>
              <a:t>Interactive dashboards</a:t>
            </a:r>
            <a:endParaRPr b="0"/>
          </a:p>
          <a:p>
            <a:pPr marL="160019" indent="-160019" algn="l" defTabSz="320039">
              <a:spcBef>
                <a:spcPts val="800"/>
              </a:spcBef>
              <a:buSzPct val="100000"/>
              <a:buChar char="•"/>
              <a:defRPr b="1" sz="4340">
                <a:solidFill>
                  <a:srgbClr val="000000"/>
                </a:solidFill>
                <a:latin typeface="Times New Roman"/>
                <a:ea typeface="Times New Roman"/>
                <a:cs typeface="Times New Roman"/>
                <a:sym typeface="Times New Roman"/>
              </a:defRPr>
            </a:pPr>
            <a:r>
              <a:rPr b="0"/>
              <a:t>Category, region, customer, shipping analysis</a:t>
            </a:r>
          </a:p>
          <a:p>
            <a:pPr algn="l" defTabSz="320039">
              <a:spcBef>
                <a:spcPts val="800"/>
              </a:spcBef>
              <a:defRPr b="1" sz="4340">
                <a:solidFill>
                  <a:srgbClr val="000000"/>
                </a:solidFill>
                <a:latin typeface="Times New Roman"/>
                <a:ea typeface="Times New Roman"/>
                <a:cs typeface="Times New Roman"/>
                <a:sym typeface="Times New Roman"/>
              </a:defRPr>
            </a:pPr>
            <a:r>
              <a:t>Python (Colab)</a:t>
            </a:r>
            <a:endParaRPr b="0"/>
          </a:p>
          <a:p>
            <a:pPr marL="160019" indent="-160019" algn="l" defTabSz="320039">
              <a:spcBef>
                <a:spcPts val="800"/>
              </a:spcBef>
              <a:buSzPct val="100000"/>
              <a:buChar char="•"/>
              <a:defRPr b="1" sz="4340">
                <a:solidFill>
                  <a:srgbClr val="000000"/>
                </a:solidFill>
                <a:latin typeface="Times New Roman"/>
                <a:ea typeface="Times New Roman"/>
                <a:cs typeface="Times New Roman"/>
                <a:sym typeface="Times New Roman"/>
              </a:defRPr>
            </a:pPr>
            <a:r>
              <a:rPr b="0"/>
              <a:t>Pandas &amp; NumPy for statistics</a:t>
            </a:r>
            <a:endParaRPr b="0"/>
          </a:p>
          <a:p>
            <a:pPr marL="160019" indent="-160019" algn="l" defTabSz="320039">
              <a:spcBef>
                <a:spcPts val="800"/>
              </a:spcBef>
              <a:buSzPct val="100000"/>
              <a:buChar char="•"/>
              <a:defRPr b="1" sz="4340">
                <a:solidFill>
                  <a:srgbClr val="000000"/>
                </a:solidFill>
                <a:latin typeface="Times New Roman"/>
                <a:ea typeface="Times New Roman"/>
                <a:cs typeface="Times New Roman"/>
                <a:sym typeface="Times New Roman"/>
              </a:defRPr>
            </a:pPr>
            <a:r>
              <a:rPr b="0"/>
              <a:t>Correlation analysis (discount vs profit)</a:t>
            </a:r>
            <a:endParaRPr b="0"/>
          </a:p>
          <a:p>
            <a:pPr marL="160019" indent="-160019" algn="l" defTabSz="320039">
              <a:spcBef>
                <a:spcPts val="800"/>
              </a:spcBef>
              <a:buSzPct val="100000"/>
              <a:buChar char="•"/>
              <a:defRPr b="1" sz="4340">
                <a:solidFill>
                  <a:srgbClr val="000000"/>
                </a:solidFill>
                <a:latin typeface="Times New Roman"/>
                <a:ea typeface="Times New Roman"/>
                <a:cs typeface="Times New Roman"/>
                <a:sym typeface="Times New Roman"/>
              </a:defRPr>
            </a:pPr>
            <a:r>
              <a:rPr b="0"/>
              <a:t>Loss-making product identification</a:t>
            </a:r>
          </a:p>
          <a:p>
            <a:pPr algn="l" defTabSz="320039">
              <a:spcBef>
                <a:spcPts val="800"/>
              </a:spcBef>
              <a:defRPr b="1" sz="4340">
                <a:solidFill>
                  <a:srgbClr val="000000"/>
                </a:solidFill>
                <a:latin typeface="Times New Roman"/>
                <a:ea typeface="Times New Roman"/>
                <a:cs typeface="Times New Roman"/>
                <a:sym typeface="Times New Roman"/>
              </a:defRPr>
            </a:pPr>
            <a:r>
              <a:t>Methods Used</a:t>
            </a:r>
            <a:endParaRPr b="0"/>
          </a:p>
          <a:p>
            <a:pPr marL="160019" indent="-160019" algn="l" defTabSz="320039">
              <a:spcBef>
                <a:spcPts val="800"/>
              </a:spcBef>
              <a:buSzPct val="100000"/>
              <a:buChar char="•"/>
              <a:defRPr b="1" sz="4340">
                <a:solidFill>
                  <a:srgbClr val="000000"/>
                </a:solidFill>
                <a:latin typeface="Times New Roman"/>
                <a:ea typeface="Times New Roman"/>
                <a:cs typeface="Times New Roman"/>
                <a:sym typeface="Times New Roman"/>
              </a:defRPr>
            </a:pPr>
            <a:r>
              <a:rPr b="0"/>
              <a:t>Descriptive statistics</a:t>
            </a:r>
            <a:endParaRPr b="0"/>
          </a:p>
          <a:p>
            <a:pPr marL="160019" indent="-160019" algn="l" defTabSz="320039">
              <a:spcBef>
                <a:spcPts val="800"/>
              </a:spcBef>
              <a:buSzPct val="100000"/>
              <a:buChar char="•"/>
              <a:defRPr b="1" sz="4340">
                <a:solidFill>
                  <a:srgbClr val="000000"/>
                </a:solidFill>
                <a:latin typeface="Times New Roman"/>
                <a:ea typeface="Times New Roman"/>
                <a:cs typeface="Times New Roman"/>
                <a:sym typeface="Times New Roman"/>
              </a:defRPr>
            </a:pPr>
            <a:r>
              <a:rPr b="0"/>
              <a:t>Correlation analysis</a:t>
            </a:r>
            <a:endParaRPr b="0"/>
          </a:p>
          <a:p>
            <a:pPr marL="160019" indent="-160019" algn="l" defTabSz="320039">
              <a:spcBef>
                <a:spcPts val="800"/>
              </a:spcBef>
              <a:buSzPct val="100000"/>
              <a:buChar char="•"/>
              <a:defRPr b="1" sz="4340">
                <a:solidFill>
                  <a:srgbClr val="000000"/>
                </a:solidFill>
                <a:latin typeface="Times New Roman"/>
                <a:ea typeface="Times New Roman"/>
                <a:cs typeface="Times New Roman"/>
                <a:sym typeface="Times New Roman"/>
              </a:defRPr>
            </a:pPr>
            <a:r>
              <a:rPr b="0"/>
              <a:t>Category &amp; region comparison</a:t>
            </a:r>
            <a:endParaRPr b="0"/>
          </a:p>
          <a:p>
            <a:pPr marL="160019" indent="-160019" algn="l" defTabSz="320039">
              <a:spcBef>
                <a:spcPts val="800"/>
              </a:spcBef>
              <a:buSzPct val="100000"/>
              <a:buChar char="•"/>
              <a:defRPr b="1" sz="4340">
                <a:solidFill>
                  <a:srgbClr val="000000"/>
                </a:solidFill>
                <a:latin typeface="Times New Roman"/>
                <a:ea typeface="Times New Roman"/>
                <a:cs typeface="Times New Roman"/>
                <a:sym typeface="Times New Roman"/>
              </a:defRPr>
            </a:pPr>
            <a:r>
              <a:rPr b="0"/>
              <a:t>Trend analysis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9" name="1.png" descr="1.png"/>
          <p:cNvPicPr>
            <a:picLocks noChangeAspect="1"/>
          </p:cNvPicPr>
          <p:nvPr/>
        </p:nvPicPr>
        <p:blipFill>
          <a:blip r:embed="rId2">
            <a:extLst/>
          </a:blip>
          <a:stretch>
            <a:fillRect/>
          </a:stretch>
        </p:blipFill>
        <p:spPr>
          <a:xfrm>
            <a:off x="11164487" y="4571713"/>
            <a:ext cx="12173882" cy="7417374"/>
          </a:xfrm>
          <a:prstGeom prst="rect">
            <a:avLst/>
          </a:prstGeom>
          <a:ln w="12700">
            <a:miter lim="400000"/>
          </a:ln>
        </p:spPr>
      </p:pic>
      <p:sp>
        <p:nvSpPr>
          <p:cNvPr id="140" name="Key Analysis – Product &amp; Category Performance"/>
          <p:cNvSpPr txBox="1"/>
          <p:nvPr>
            <p:ph type="ctrTitle"/>
          </p:nvPr>
        </p:nvSpPr>
        <p:spPr>
          <a:xfrm>
            <a:off x="2381250" y="961589"/>
            <a:ext cx="19621500" cy="1183308"/>
          </a:xfrm>
          <a:prstGeom prst="rect">
            <a:avLst/>
          </a:prstGeom>
        </p:spPr>
        <p:txBody>
          <a:bodyPr/>
          <a:lstStyle>
            <a:lvl1pPr defTabSz="457200">
              <a:defRPr sz="6000">
                <a:solidFill>
                  <a:srgbClr val="000000"/>
                </a:solidFill>
                <a:latin typeface="Times New Roman"/>
                <a:ea typeface="Times New Roman"/>
                <a:cs typeface="Times New Roman"/>
                <a:sym typeface="Times New Roman"/>
              </a:defRPr>
            </a:lvl1pPr>
          </a:lstStyle>
          <a:p>
            <a:pPr/>
            <a:r>
              <a:t>Key Analysis – Product &amp; Category Performance</a:t>
            </a:r>
          </a:p>
        </p:txBody>
      </p:sp>
      <p:sp>
        <p:nvSpPr>
          <p:cNvPr id="141" name="Category &amp; Sub-Category Insights…"/>
          <p:cNvSpPr txBox="1"/>
          <p:nvPr>
            <p:ph type="subTitle" idx="1"/>
          </p:nvPr>
        </p:nvSpPr>
        <p:spPr>
          <a:xfrm>
            <a:off x="1847850" y="3105941"/>
            <a:ext cx="19621500" cy="9795137"/>
          </a:xfrm>
          <a:prstGeom prst="rect">
            <a:avLst/>
          </a:prstGeom>
        </p:spPr>
        <p:txBody>
          <a:bodyPr/>
          <a:lstStyle/>
          <a:p>
            <a:pPr algn="l" defTabSz="342900">
              <a:spcBef>
                <a:spcPts val="900"/>
              </a:spcBef>
              <a:defRPr b="1" sz="3750">
                <a:solidFill>
                  <a:srgbClr val="000000"/>
                </a:solidFill>
                <a:latin typeface="Times New Roman"/>
                <a:ea typeface="Times New Roman"/>
                <a:cs typeface="Times New Roman"/>
                <a:sym typeface="Times New Roman"/>
              </a:defRPr>
            </a:pPr>
            <a:r>
              <a:t>Category &amp; Sub-Category Insights</a:t>
            </a:r>
            <a:endParaRPr b="0"/>
          </a:p>
          <a:p>
            <a:pPr marL="342900" indent="-238125" algn="l" defTabSz="342900">
              <a:spcBef>
                <a:spcPts val="900"/>
              </a:spcBef>
              <a:buSzPct val="125000"/>
              <a:buFont typeface="Times Roman"/>
              <a:buChar char="•"/>
              <a:defRPr sz="3750">
                <a:solidFill>
                  <a:srgbClr val="000000"/>
                </a:solidFill>
                <a:latin typeface="Times New Roman"/>
                <a:ea typeface="Times New Roman"/>
                <a:cs typeface="Times New Roman"/>
                <a:sym typeface="Times New Roman"/>
              </a:defRPr>
            </a:pPr>
            <a:r>
              <a:t>Technology:</a:t>
            </a:r>
          </a:p>
          <a:p>
            <a:pPr lvl="1" marL="685800" indent="-238125" algn="l" defTabSz="342900">
              <a:spcBef>
                <a:spcPts val="900"/>
              </a:spcBef>
              <a:buSzPct val="125000"/>
              <a:buFont typeface="Times Roman"/>
              <a:buChar char="◦"/>
              <a:defRPr sz="3750">
                <a:solidFill>
                  <a:srgbClr val="000000"/>
                </a:solidFill>
                <a:latin typeface="Times New Roman"/>
                <a:ea typeface="Times New Roman"/>
                <a:cs typeface="Times New Roman"/>
                <a:sym typeface="Times New Roman"/>
              </a:defRPr>
            </a:pPr>
            <a:r>
              <a:t>Highest sales (~$836K)</a:t>
            </a:r>
          </a:p>
          <a:p>
            <a:pPr lvl="1" marL="685800" indent="-238125" algn="l" defTabSz="342900">
              <a:spcBef>
                <a:spcPts val="900"/>
              </a:spcBef>
              <a:buSzPct val="125000"/>
              <a:buFont typeface="Times Roman"/>
              <a:buChar char="◦"/>
              <a:defRPr sz="3750">
                <a:solidFill>
                  <a:srgbClr val="000000"/>
                </a:solidFill>
                <a:latin typeface="Times New Roman"/>
                <a:ea typeface="Times New Roman"/>
                <a:cs typeface="Times New Roman"/>
                <a:sym typeface="Times New Roman"/>
              </a:defRPr>
            </a:pPr>
            <a:r>
              <a:t>Highest profit (~$145K)</a:t>
            </a:r>
          </a:p>
          <a:p>
            <a:pPr lvl="1" marL="685800" indent="-238125" algn="l" defTabSz="342900">
              <a:spcBef>
                <a:spcPts val="900"/>
              </a:spcBef>
              <a:buSzPct val="125000"/>
              <a:buFont typeface="Times Roman"/>
              <a:buChar char="◦"/>
              <a:defRPr sz="3750">
                <a:solidFill>
                  <a:srgbClr val="000000"/>
                </a:solidFill>
                <a:latin typeface="Times New Roman"/>
                <a:ea typeface="Times New Roman"/>
                <a:cs typeface="Times New Roman"/>
                <a:sym typeface="Times New Roman"/>
              </a:defRPr>
            </a:pPr>
            <a:r>
              <a:t>Phones and Accessories are top contributors</a:t>
            </a:r>
          </a:p>
          <a:p>
            <a:pPr marL="342900" indent="-238125" algn="l" defTabSz="342900">
              <a:spcBef>
                <a:spcPts val="900"/>
              </a:spcBef>
              <a:buSzPct val="125000"/>
              <a:buFont typeface="Times Roman"/>
              <a:buChar char="•"/>
              <a:defRPr sz="3750">
                <a:solidFill>
                  <a:srgbClr val="000000"/>
                </a:solidFill>
                <a:latin typeface="Times New Roman"/>
                <a:ea typeface="Times New Roman"/>
                <a:cs typeface="Times New Roman"/>
                <a:sym typeface="Times New Roman"/>
              </a:defRPr>
            </a:pPr>
            <a:r>
              <a:t>Office Supplies:</a:t>
            </a:r>
          </a:p>
          <a:p>
            <a:pPr lvl="1" marL="685800" indent="-238125" algn="l" defTabSz="342900">
              <a:spcBef>
                <a:spcPts val="900"/>
              </a:spcBef>
              <a:buSzPct val="125000"/>
              <a:buFont typeface="Times Roman"/>
              <a:buChar char="◦"/>
              <a:defRPr sz="3750">
                <a:solidFill>
                  <a:srgbClr val="000000"/>
                </a:solidFill>
                <a:latin typeface="Times New Roman"/>
                <a:ea typeface="Times New Roman"/>
                <a:cs typeface="Times New Roman"/>
                <a:sym typeface="Times New Roman"/>
              </a:defRPr>
            </a:pPr>
            <a:r>
              <a:t>Stable sales (~$719K)</a:t>
            </a:r>
          </a:p>
          <a:p>
            <a:pPr lvl="1" marL="685800" indent="-238125" algn="l" defTabSz="342900">
              <a:spcBef>
                <a:spcPts val="900"/>
              </a:spcBef>
              <a:buSzPct val="125000"/>
              <a:buFont typeface="Times Roman"/>
              <a:buChar char="◦"/>
              <a:defRPr sz="3750">
                <a:solidFill>
                  <a:srgbClr val="000000"/>
                </a:solidFill>
                <a:latin typeface="Times New Roman"/>
                <a:ea typeface="Times New Roman"/>
                <a:cs typeface="Times New Roman"/>
                <a:sym typeface="Times New Roman"/>
              </a:defRPr>
            </a:pPr>
            <a:r>
              <a:t>Good profit (~$122K)</a:t>
            </a:r>
          </a:p>
          <a:p>
            <a:pPr marL="342900" indent="-238125" algn="l" defTabSz="342900">
              <a:spcBef>
                <a:spcPts val="900"/>
              </a:spcBef>
              <a:buSzPct val="125000"/>
              <a:buFont typeface="Times Roman"/>
              <a:buChar char="•"/>
              <a:defRPr sz="3750">
                <a:solidFill>
                  <a:srgbClr val="000000"/>
                </a:solidFill>
                <a:latin typeface="Times New Roman"/>
                <a:ea typeface="Times New Roman"/>
                <a:cs typeface="Times New Roman"/>
                <a:sym typeface="Times New Roman"/>
              </a:defRPr>
            </a:pPr>
            <a:r>
              <a:t>Furniture:</a:t>
            </a:r>
          </a:p>
          <a:p>
            <a:pPr lvl="1" marL="685800" indent="-238125" algn="l" defTabSz="342900">
              <a:spcBef>
                <a:spcPts val="900"/>
              </a:spcBef>
              <a:buSzPct val="125000"/>
              <a:buFont typeface="Times Roman"/>
              <a:buChar char="◦"/>
              <a:defRPr sz="3750">
                <a:solidFill>
                  <a:srgbClr val="000000"/>
                </a:solidFill>
                <a:latin typeface="Times New Roman"/>
                <a:ea typeface="Times New Roman"/>
                <a:cs typeface="Times New Roman"/>
                <a:sym typeface="Times New Roman"/>
              </a:defRPr>
            </a:pPr>
            <a:r>
              <a:t>High sales (~$742K)</a:t>
            </a:r>
          </a:p>
          <a:p>
            <a:pPr lvl="1" marL="685800" indent="-238125" algn="l" defTabSz="342900">
              <a:spcBef>
                <a:spcPts val="900"/>
              </a:spcBef>
              <a:buSzPct val="125000"/>
              <a:buFont typeface="Times Roman"/>
              <a:buChar char="◦"/>
              <a:defRPr sz="3750">
                <a:solidFill>
                  <a:srgbClr val="000000"/>
                </a:solidFill>
                <a:latin typeface="Times New Roman"/>
                <a:ea typeface="Times New Roman"/>
                <a:cs typeface="Times New Roman"/>
                <a:sym typeface="Times New Roman"/>
              </a:defRPr>
            </a:pPr>
            <a:r>
              <a:t>Very low profit (~$18K)</a:t>
            </a:r>
          </a:p>
          <a:p>
            <a:pPr lvl="1" marL="685800" indent="-238125" algn="l" defTabSz="342900">
              <a:spcBef>
                <a:spcPts val="900"/>
              </a:spcBef>
              <a:buSzPct val="125000"/>
              <a:buFont typeface="Times Roman"/>
              <a:buChar char="◦"/>
              <a:defRPr sz="3750">
                <a:solidFill>
                  <a:srgbClr val="000000"/>
                </a:solidFill>
                <a:latin typeface="Times New Roman"/>
                <a:ea typeface="Times New Roman"/>
                <a:cs typeface="Times New Roman"/>
                <a:sym typeface="Times New Roman"/>
              </a:defRPr>
            </a:pPr>
            <a:r>
              <a:t>Tables and Bookcases cause heavy losses</a:t>
            </a:r>
          </a:p>
          <a:p>
            <a:pPr algn="l" defTabSz="342900">
              <a:spcBef>
                <a:spcPts val="900"/>
              </a:spcBef>
              <a:defRPr sz="3750">
                <a:solidFill>
                  <a:srgbClr val="000000"/>
                </a:solidFill>
                <a:latin typeface="Times New Roman"/>
                <a:ea typeface="Times New Roman"/>
                <a:cs typeface="Times New Roman"/>
                <a:sym typeface="Times New Roman"/>
              </a:defRPr>
            </a:pPr>
            <a:r>
              <a:rPr b="1"/>
              <a:t>Key Learning:</a:t>
            </a:r>
            <a:br/>
            <a:r>
              <a:t>High sales do not always mean high profit.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3" name="Heatmap.png" descr="Heatmap.png"/>
          <p:cNvPicPr>
            <a:picLocks noChangeAspect="1"/>
          </p:cNvPicPr>
          <p:nvPr/>
        </p:nvPicPr>
        <p:blipFill>
          <a:blip r:embed="rId2">
            <a:extLst/>
          </a:blip>
          <a:srcRect l="0" t="2160" r="0" b="2160"/>
          <a:stretch>
            <a:fillRect/>
          </a:stretch>
        </p:blipFill>
        <p:spPr>
          <a:xfrm>
            <a:off x="685681" y="571921"/>
            <a:ext cx="7800440" cy="5672793"/>
          </a:xfrm>
          <a:prstGeom prst="rect">
            <a:avLst/>
          </a:prstGeom>
          <a:ln w="12700">
            <a:miter lim="400000"/>
          </a:ln>
        </p:spPr>
      </p:pic>
      <p:pic>
        <p:nvPicPr>
          <p:cNvPr id="144" name="2.png" descr="2.png"/>
          <p:cNvPicPr>
            <a:picLocks noChangeAspect="1"/>
          </p:cNvPicPr>
          <p:nvPr/>
        </p:nvPicPr>
        <p:blipFill>
          <a:blip r:embed="rId3">
            <a:extLst/>
          </a:blip>
          <a:srcRect l="2984" t="4472" r="2984" b="4472"/>
          <a:stretch>
            <a:fillRect/>
          </a:stretch>
        </p:blipFill>
        <p:spPr>
          <a:xfrm>
            <a:off x="8713750" y="4105870"/>
            <a:ext cx="9384396" cy="5504279"/>
          </a:xfrm>
          <a:prstGeom prst="rect">
            <a:avLst/>
          </a:prstGeom>
          <a:ln w="12700">
            <a:miter lim="400000"/>
          </a:ln>
        </p:spPr>
      </p:pic>
      <p:pic>
        <p:nvPicPr>
          <p:cNvPr id="145" name="3.png" descr="3.png"/>
          <p:cNvPicPr>
            <a:picLocks noChangeAspect="1"/>
          </p:cNvPicPr>
          <p:nvPr/>
        </p:nvPicPr>
        <p:blipFill>
          <a:blip r:embed="rId4">
            <a:extLst/>
          </a:blip>
          <a:srcRect l="94" t="0" r="94" b="0"/>
          <a:stretch>
            <a:fillRect/>
          </a:stretch>
        </p:blipFill>
        <p:spPr>
          <a:xfrm>
            <a:off x="685681" y="8013994"/>
            <a:ext cx="7800565" cy="4750595"/>
          </a:xfrm>
          <a:prstGeom prst="rect">
            <a:avLst/>
          </a:prstGeom>
          <a:ln w="12700">
            <a:miter lim="400000"/>
          </a:ln>
        </p:spPr>
      </p:pic>
      <p:sp>
        <p:nvSpPr>
          <p:cNvPr id="146" name="A small number of high value customers generate more profit than of low margin orders. Focusing on quality customers is more beneficial than only increasing order volume."/>
          <p:cNvSpPr txBox="1"/>
          <p:nvPr/>
        </p:nvSpPr>
        <p:spPr>
          <a:xfrm>
            <a:off x="8615183" y="10747694"/>
            <a:ext cx="7933983" cy="232465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lvl1pPr algn="l" defTabSz="246888">
              <a:spcBef>
                <a:spcPts val="600"/>
              </a:spcBef>
              <a:defRPr sz="2970">
                <a:solidFill>
                  <a:srgbClr val="000000"/>
                </a:solidFill>
                <a:latin typeface="Times New Roman"/>
                <a:ea typeface="Times New Roman"/>
                <a:cs typeface="Times New Roman"/>
                <a:sym typeface="Times New Roman"/>
              </a:defRPr>
            </a:lvl1pPr>
          </a:lstStyle>
          <a:p>
            <a:pPr/>
            <a:r>
              <a:t>A small number of high value customers generate more profit than of low margin orders. Focusing on quality customers is more beneficial than only increasing order volume.</a:t>
            </a:r>
          </a:p>
        </p:txBody>
      </p:sp>
      <p:sp>
        <p:nvSpPr>
          <p:cNvPr id="147" name="Most of the profit comes from only a few strong regions like the East and West. Other regions contribute much less, which means the business should not follow the same strategy everywhere and instead plan region-specific actions."/>
          <p:cNvSpPr txBox="1"/>
          <p:nvPr/>
        </p:nvSpPr>
        <p:spPr>
          <a:xfrm>
            <a:off x="18140266" y="5794638"/>
            <a:ext cx="6206442" cy="243906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lvl1pPr algn="l" defTabSz="205739">
              <a:spcBef>
                <a:spcPts val="500"/>
              </a:spcBef>
              <a:defRPr sz="2475">
                <a:solidFill>
                  <a:srgbClr val="000000"/>
                </a:solidFill>
                <a:latin typeface="Times New Roman"/>
                <a:ea typeface="Times New Roman"/>
                <a:cs typeface="Times New Roman"/>
                <a:sym typeface="Times New Roman"/>
              </a:defRPr>
            </a:lvl1pPr>
          </a:lstStyle>
          <a:p>
            <a:pPr/>
            <a:r>
              <a:t>Most of the profit comes from only a few strong regions like the East and West. Other regions contribute much less, which means the business should not follow the same strategy everywhere and instead plan region-specific actions.</a:t>
            </a:r>
          </a:p>
        </p:txBody>
      </p:sp>
      <p:sp>
        <p:nvSpPr>
          <p:cNvPr id="148" name="Profit is affected more by pricing decisions than by how much is sold. When discounts increase, profit drops quickly, even if sales remain high. This shows that heavy discounting directly weakens margins."/>
          <p:cNvSpPr txBox="1"/>
          <p:nvPr/>
        </p:nvSpPr>
        <p:spPr>
          <a:xfrm>
            <a:off x="8292361" y="771970"/>
            <a:ext cx="8096960" cy="213967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lvl1pPr indent="67055" algn="l" defTabSz="219455">
              <a:spcBef>
                <a:spcPts val="500"/>
              </a:spcBef>
              <a:buFont typeface="Times Roman"/>
              <a:defRPr sz="2880">
                <a:solidFill>
                  <a:srgbClr val="000000"/>
                </a:solidFill>
                <a:latin typeface="Times New Roman"/>
                <a:ea typeface="Times New Roman"/>
                <a:cs typeface="Times New Roman"/>
                <a:sym typeface="Times New Roman"/>
              </a:defRPr>
            </a:lvl1pPr>
          </a:lstStyle>
          <a:p>
            <a:pPr/>
            <a:r>
              <a:t>Profit is affected more by pricing decisions than by how much is sold. When discounts increase, profit drops quickly, even if sales remain high. This shows that heavy discounting directly weakens margins.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Key Findings &amp; Business Recommendation"/>
          <p:cNvSpPr txBox="1"/>
          <p:nvPr>
            <p:ph type="ctrTitle"/>
          </p:nvPr>
        </p:nvSpPr>
        <p:spPr>
          <a:xfrm>
            <a:off x="2381250" y="349930"/>
            <a:ext cx="19621500" cy="1806576"/>
          </a:xfrm>
          <a:prstGeom prst="rect">
            <a:avLst/>
          </a:prstGeom>
        </p:spPr>
        <p:txBody>
          <a:bodyPr/>
          <a:lstStyle>
            <a:lvl1pPr defTabSz="457200">
              <a:defRPr sz="6500">
                <a:solidFill>
                  <a:srgbClr val="000000"/>
                </a:solidFill>
                <a:latin typeface="Times New Roman"/>
                <a:ea typeface="Times New Roman"/>
                <a:cs typeface="Times New Roman"/>
                <a:sym typeface="Times New Roman"/>
              </a:defRPr>
            </a:lvl1pPr>
          </a:lstStyle>
          <a:p>
            <a:pPr/>
            <a:r>
              <a:t>Key Findings &amp; Business Recommendation</a:t>
            </a:r>
          </a:p>
        </p:txBody>
      </p:sp>
      <p:sp>
        <p:nvSpPr>
          <p:cNvPr id="151" name="Key Findings…"/>
          <p:cNvSpPr txBox="1"/>
          <p:nvPr>
            <p:ph type="subTitle" idx="1"/>
          </p:nvPr>
        </p:nvSpPr>
        <p:spPr>
          <a:xfrm>
            <a:off x="2381250" y="3152242"/>
            <a:ext cx="19621500" cy="9097662"/>
          </a:xfrm>
          <a:prstGeom prst="rect">
            <a:avLst/>
          </a:prstGeom>
        </p:spPr>
        <p:txBody>
          <a:bodyPr/>
          <a:lstStyle/>
          <a:p>
            <a:pPr algn="l" defTabSz="365760">
              <a:spcBef>
                <a:spcPts val="900"/>
              </a:spcBef>
              <a:defRPr b="1" sz="4800">
                <a:solidFill>
                  <a:srgbClr val="000000"/>
                </a:solidFill>
                <a:latin typeface="Times New Roman"/>
                <a:ea typeface="Times New Roman"/>
                <a:cs typeface="Times New Roman"/>
                <a:sym typeface="Times New Roman"/>
              </a:defRPr>
            </a:pPr>
            <a:r>
              <a:t>Key Findings</a:t>
            </a:r>
            <a:endParaRPr b="0"/>
          </a:p>
          <a:p>
            <a:pPr marL="365760" indent="-254000" algn="l" defTabSz="365760">
              <a:spcBef>
                <a:spcPts val="900"/>
              </a:spcBef>
              <a:buSzPct val="125000"/>
              <a:buFont typeface="Times Roman"/>
              <a:buChar char="•"/>
              <a:defRPr sz="4800">
                <a:solidFill>
                  <a:srgbClr val="000000"/>
                </a:solidFill>
                <a:latin typeface="Times New Roman"/>
                <a:ea typeface="Times New Roman"/>
                <a:cs typeface="Times New Roman"/>
                <a:sym typeface="Times New Roman"/>
              </a:defRPr>
            </a:pPr>
            <a:r>
              <a:t>High sales do not always result in high profit.</a:t>
            </a:r>
          </a:p>
          <a:p>
            <a:pPr marL="365760" indent="-254000" algn="l" defTabSz="365760">
              <a:spcBef>
                <a:spcPts val="900"/>
              </a:spcBef>
              <a:buSzPct val="125000"/>
              <a:buFont typeface="Times Roman"/>
              <a:buChar char="•"/>
              <a:defRPr sz="4800">
                <a:solidFill>
                  <a:srgbClr val="000000"/>
                </a:solidFill>
                <a:latin typeface="Times New Roman"/>
                <a:ea typeface="Times New Roman"/>
                <a:cs typeface="Times New Roman"/>
                <a:sym typeface="Times New Roman"/>
              </a:defRPr>
            </a:pPr>
            <a:r>
              <a:t>Excessive discounts strongly reduce profitability.</a:t>
            </a:r>
          </a:p>
          <a:p>
            <a:pPr marL="365760" indent="-254000" algn="l" defTabSz="365760">
              <a:spcBef>
                <a:spcPts val="900"/>
              </a:spcBef>
              <a:buSzPct val="125000"/>
              <a:buFont typeface="Times Roman"/>
              <a:buChar char="•"/>
              <a:defRPr sz="4800">
                <a:solidFill>
                  <a:srgbClr val="000000"/>
                </a:solidFill>
                <a:latin typeface="Times New Roman"/>
                <a:ea typeface="Times New Roman"/>
                <a:cs typeface="Times New Roman"/>
                <a:sym typeface="Times New Roman"/>
              </a:defRPr>
            </a:pPr>
            <a:r>
              <a:t>Furniture category shows frequent losses despite good sales.</a:t>
            </a:r>
          </a:p>
          <a:p>
            <a:pPr marL="365760" indent="-254000" algn="l" defTabSz="365760">
              <a:spcBef>
                <a:spcPts val="900"/>
              </a:spcBef>
              <a:buSzPct val="125000"/>
              <a:buFont typeface="Times Roman"/>
              <a:buChar char="•"/>
              <a:defRPr sz="4800">
                <a:solidFill>
                  <a:srgbClr val="000000"/>
                </a:solidFill>
                <a:latin typeface="Times New Roman"/>
                <a:ea typeface="Times New Roman"/>
                <a:cs typeface="Times New Roman"/>
                <a:sym typeface="Times New Roman"/>
              </a:defRPr>
            </a:pPr>
            <a:r>
              <a:t>Corporate and Home Office customers generate higher profit per order.</a:t>
            </a:r>
          </a:p>
          <a:p>
            <a:pPr marL="365760" indent="-254000" algn="l" defTabSz="365760">
              <a:spcBef>
                <a:spcPts val="900"/>
              </a:spcBef>
              <a:buSzPct val="125000"/>
              <a:buFont typeface="Times Roman"/>
              <a:buChar char="•"/>
              <a:defRPr sz="4800">
                <a:solidFill>
                  <a:srgbClr val="000000"/>
                </a:solidFill>
                <a:latin typeface="Times New Roman"/>
                <a:ea typeface="Times New Roman"/>
                <a:cs typeface="Times New Roman"/>
                <a:sym typeface="Times New Roman"/>
              </a:defRPr>
            </a:pPr>
            <a:r>
              <a:t>East and West regions perform better than Central and South.</a:t>
            </a:r>
          </a:p>
          <a:p>
            <a:pPr algn="l" defTabSz="365760">
              <a:spcBef>
                <a:spcPts val="900"/>
              </a:spcBef>
              <a:defRPr b="1" sz="4800">
                <a:solidFill>
                  <a:srgbClr val="000000"/>
                </a:solidFill>
                <a:latin typeface="Times New Roman"/>
                <a:ea typeface="Times New Roman"/>
                <a:cs typeface="Times New Roman"/>
                <a:sym typeface="Times New Roman"/>
              </a:defRPr>
            </a:pPr>
            <a:r>
              <a:t>Business Recommendations</a:t>
            </a:r>
            <a:endParaRPr b="0"/>
          </a:p>
          <a:p>
            <a:pPr marL="365760" indent="-254000" algn="l" defTabSz="365760">
              <a:spcBef>
                <a:spcPts val="900"/>
              </a:spcBef>
              <a:buSzPct val="125000"/>
              <a:buFont typeface="Times Roman"/>
              <a:buChar char="•"/>
              <a:defRPr sz="4800">
                <a:solidFill>
                  <a:srgbClr val="000000"/>
                </a:solidFill>
                <a:latin typeface="Times New Roman"/>
                <a:ea typeface="Times New Roman"/>
                <a:cs typeface="Times New Roman"/>
                <a:sym typeface="Times New Roman"/>
              </a:defRPr>
            </a:pPr>
            <a:r>
              <a:t>Limit discounts to selected products and loyal customers.</a:t>
            </a:r>
          </a:p>
          <a:p>
            <a:pPr marL="365760" indent="-254000" algn="l" defTabSz="365760">
              <a:spcBef>
                <a:spcPts val="900"/>
              </a:spcBef>
              <a:buSzPct val="125000"/>
              <a:buFont typeface="Times Roman"/>
              <a:buChar char="•"/>
              <a:defRPr sz="4800">
                <a:solidFill>
                  <a:srgbClr val="000000"/>
                </a:solidFill>
                <a:latin typeface="Times New Roman"/>
                <a:ea typeface="Times New Roman"/>
                <a:cs typeface="Times New Roman"/>
                <a:sym typeface="Times New Roman"/>
              </a:defRPr>
            </a:pPr>
            <a:r>
              <a:t>Review pricing and shipping costs for Furniture items.</a:t>
            </a:r>
          </a:p>
          <a:p>
            <a:pPr marL="365760" indent="-254000" algn="l" defTabSz="365760">
              <a:spcBef>
                <a:spcPts val="900"/>
              </a:spcBef>
              <a:buSzPct val="125000"/>
              <a:buFont typeface="Times Roman"/>
              <a:buChar char="•"/>
              <a:defRPr sz="4800">
                <a:solidFill>
                  <a:srgbClr val="000000"/>
                </a:solidFill>
                <a:latin typeface="Times New Roman"/>
                <a:ea typeface="Times New Roman"/>
                <a:cs typeface="Times New Roman"/>
                <a:sym typeface="Times New Roman"/>
              </a:defRPr>
            </a:pPr>
            <a:r>
              <a:t>Promote profitable products like Phones and Accessories.</a:t>
            </a:r>
          </a:p>
          <a:p>
            <a:pPr marL="365760" indent="-254000" algn="l" defTabSz="365760">
              <a:spcBef>
                <a:spcPts val="900"/>
              </a:spcBef>
              <a:buSzPct val="125000"/>
              <a:buFont typeface="Times Roman"/>
              <a:buChar char="•"/>
              <a:defRPr sz="4800">
                <a:solidFill>
                  <a:srgbClr val="000000"/>
                </a:solidFill>
                <a:latin typeface="Times New Roman"/>
                <a:ea typeface="Times New Roman"/>
                <a:cs typeface="Times New Roman"/>
                <a:sym typeface="Times New Roman"/>
              </a:defRPr>
            </a:pPr>
            <a:r>
              <a:t>Apply region-specific strategies instead of a single uniform approach.</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Conclusion"/>
          <p:cNvSpPr txBox="1"/>
          <p:nvPr>
            <p:ph type="ctrTitle"/>
          </p:nvPr>
        </p:nvSpPr>
        <p:spPr>
          <a:xfrm>
            <a:off x="2381250" y="966585"/>
            <a:ext cx="19621500" cy="1347334"/>
          </a:xfrm>
          <a:prstGeom prst="rect">
            <a:avLst/>
          </a:prstGeom>
        </p:spPr>
        <p:txBody>
          <a:bodyPr/>
          <a:lstStyle>
            <a:lvl1pPr defTabSz="457200">
              <a:defRPr sz="6000">
                <a:solidFill>
                  <a:srgbClr val="000000"/>
                </a:solidFill>
                <a:latin typeface="Times New Roman"/>
                <a:ea typeface="Times New Roman"/>
                <a:cs typeface="Times New Roman"/>
                <a:sym typeface="Times New Roman"/>
              </a:defRPr>
            </a:lvl1pPr>
          </a:lstStyle>
          <a:p>
            <a:pPr/>
            <a:r>
              <a:t> Conclusion</a:t>
            </a:r>
          </a:p>
        </p:txBody>
      </p:sp>
      <p:sp>
        <p:nvSpPr>
          <p:cNvPr id="154" name="This study applied exploratory data analysis and visual analytics using Python and Tableau to evaluate sales performance, profitability drivers, customer behaviour, and strategy building in a multi-category retail superstore. The analysis highlights that"/>
          <p:cNvSpPr txBox="1"/>
          <p:nvPr>
            <p:ph type="subTitle" idx="1"/>
          </p:nvPr>
        </p:nvSpPr>
        <p:spPr>
          <a:xfrm>
            <a:off x="2381250" y="2929342"/>
            <a:ext cx="20084257" cy="8396094"/>
          </a:xfrm>
          <a:prstGeom prst="rect">
            <a:avLst/>
          </a:prstGeom>
        </p:spPr>
        <p:txBody>
          <a:bodyPr/>
          <a:lstStyle/>
          <a:p>
            <a:pPr algn="l" defTabSz="292607">
              <a:spcBef>
                <a:spcPts val="700"/>
              </a:spcBef>
              <a:defRPr sz="3520">
                <a:solidFill>
                  <a:srgbClr val="000000"/>
                </a:solidFill>
                <a:latin typeface="Times New Roman"/>
                <a:ea typeface="Times New Roman"/>
                <a:cs typeface="Times New Roman"/>
                <a:sym typeface="Times New Roman"/>
              </a:defRPr>
            </a:pPr>
            <a:r>
              <a:t>This study applied exploratory data analysis and visual analytics using Python and Tableau to evaluate sales performance, profitability drivers, customer behaviour, and strategy building in a multi-category retail superstore. The analysis highlights that profitability is strongly influenced by discounting decisions, product mix, shipping modes, and regional demand patterns. While overall sales show consistent growth, profit does not increase at the same pace due to margin leakage from excessive discounts, costly logistics, and loss making product categories. The findings clearly demonstrate that data driven decision making is essential for achieving sustainable and profitable business growth.</a:t>
            </a:r>
          </a:p>
          <a:p>
            <a:pPr algn="l" defTabSz="292607">
              <a:spcBef>
                <a:spcPts val="800"/>
              </a:spcBef>
              <a:defRPr b="1" sz="3520">
                <a:solidFill>
                  <a:srgbClr val="000000"/>
                </a:solidFill>
                <a:latin typeface="Times New Roman"/>
                <a:ea typeface="Times New Roman"/>
                <a:cs typeface="Times New Roman"/>
                <a:sym typeface="Times New Roman"/>
              </a:defRPr>
            </a:pPr>
            <a:r>
              <a:t>Key Points:</a:t>
            </a:r>
          </a:p>
          <a:p>
            <a:pPr marL="292607" indent="-203200" algn="l" defTabSz="292607">
              <a:spcBef>
                <a:spcPts val="700"/>
              </a:spcBef>
              <a:buSzPct val="125000"/>
              <a:buFont typeface="Times Roman"/>
              <a:buChar char="•"/>
              <a:defRPr sz="3520">
                <a:solidFill>
                  <a:srgbClr val="000000"/>
                </a:solidFill>
                <a:latin typeface="Times New Roman"/>
                <a:ea typeface="Times New Roman"/>
                <a:cs typeface="Times New Roman"/>
                <a:sym typeface="Times New Roman"/>
              </a:defRPr>
            </a:pPr>
            <a:r>
              <a:t>High discounts (above 20%) significantly reduce profit, especially for Furniture and Technology products.</a:t>
            </a:r>
          </a:p>
          <a:p>
            <a:pPr marL="292607" indent="-203200" algn="l" defTabSz="292607">
              <a:spcBef>
                <a:spcPts val="700"/>
              </a:spcBef>
              <a:buSzPct val="125000"/>
              <a:buFont typeface="Times Roman"/>
              <a:buChar char="•"/>
              <a:defRPr sz="3520">
                <a:solidFill>
                  <a:srgbClr val="000000"/>
                </a:solidFill>
                <a:latin typeface="Times New Roman"/>
                <a:ea typeface="Times New Roman"/>
                <a:cs typeface="Times New Roman"/>
                <a:sym typeface="Times New Roman"/>
              </a:defRPr>
            </a:pPr>
            <a:r>
              <a:t>Technology and Office Supplies contribute most to profitability.</a:t>
            </a:r>
          </a:p>
          <a:p>
            <a:pPr marL="292607" indent="-203200" algn="l" defTabSz="292607">
              <a:spcBef>
                <a:spcPts val="700"/>
              </a:spcBef>
              <a:buSzPct val="125000"/>
              <a:buFont typeface="Times Roman"/>
              <a:buChar char="•"/>
              <a:defRPr sz="3520">
                <a:solidFill>
                  <a:srgbClr val="000000"/>
                </a:solidFill>
                <a:latin typeface="Times New Roman"/>
                <a:ea typeface="Times New Roman"/>
                <a:cs typeface="Times New Roman"/>
                <a:sym typeface="Times New Roman"/>
              </a:defRPr>
            </a:pPr>
            <a:r>
              <a:t>Corporate and Home Office customers generate higher profit per order compared to the Consumer segment.</a:t>
            </a:r>
          </a:p>
          <a:p>
            <a:pPr marL="292607" indent="-203200" algn="l" defTabSz="292607">
              <a:spcBef>
                <a:spcPts val="700"/>
              </a:spcBef>
              <a:buSzPct val="125000"/>
              <a:buFont typeface="Times Roman"/>
              <a:buChar char="•"/>
              <a:defRPr sz="3520">
                <a:solidFill>
                  <a:srgbClr val="000000"/>
                </a:solidFill>
                <a:latin typeface="Times New Roman"/>
                <a:ea typeface="Times New Roman"/>
                <a:cs typeface="Times New Roman"/>
                <a:sym typeface="Times New Roman"/>
              </a:defRPr>
            </a:pPr>
            <a:r>
              <a:t>East and West regions are strong profit contributors, whereas Central and South regions need some planned strategies.</a:t>
            </a:r>
          </a:p>
          <a:p>
            <a:pPr marL="292607" indent="-203200" algn="l" defTabSz="292607">
              <a:spcBef>
                <a:spcPts val="700"/>
              </a:spcBef>
              <a:buSzPct val="125000"/>
              <a:buFont typeface="Times Roman"/>
              <a:buChar char="•"/>
              <a:defRPr sz="3520">
                <a:solidFill>
                  <a:srgbClr val="000000"/>
                </a:solidFill>
                <a:latin typeface="Times New Roman"/>
                <a:ea typeface="Times New Roman"/>
                <a:cs typeface="Times New Roman"/>
                <a:sym typeface="Times New Roman"/>
              </a:defRPr>
            </a:pPr>
            <a:r>
              <a:t>Data-driven insights enable better control over pricing, product focus, and regional planning, leading to improved long term business performance.</a:t>
            </a:r>
          </a:p>
        </p:txBody>
      </p:sp>
      <p:sp>
        <p:nvSpPr>
          <p:cNvPr id="155" name="Thank You"/>
          <p:cNvSpPr txBox="1"/>
          <p:nvPr/>
        </p:nvSpPr>
        <p:spPr>
          <a:xfrm>
            <a:off x="2381250" y="11177733"/>
            <a:ext cx="19621500" cy="145307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lvl1pPr defTabSz="457200">
              <a:defRPr sz="7000">
                <a:solidFill>
                  <a:srgbClr val="000000"/>
                </a:solidFill>
                <a:latin typeface="Times New Roman"/>
                <a:ea typeface="Times New Roman"/>
                <a:cs typeface="Times New Roman"/>
                <a:sym typeface="Times New Roman"/>
              </a:defRPr>
            </a:lvl1pPr>
          </a:lstStyle>
          <a:p>
            <a:pPr/>
            <a:r>
              <a:t>Thank You</a:t>
            </a:r>
          </a:p>
        </p:txBody>
      </p:sp>
    </p:spTree>
  </p:cSld>
  <p:clrMapOvr>
    <a:masterClrMapping/>
  </p:clrMapOvr>
  <p:transition xmlns:p14="http://schemas.microsoft.com/office/powerpoint/2010/main" spd="med" advClick="1"/>
</p:sld>
</file>

<file path=ppt/theme/_rels/theme1.xml.rels><?xml version="1.0" encoding="UTF-8"?>
<Relationships xmlns="http://schemas.openxmlformats.org/package/2006/relationships"><Relationship Id="rId1" Type="http://schemas.openxmlformats.org/officeDocument/2006/relationships/image" Target="../media/image2.png"/></Relationships>

</file>

<file path=ppt/theme/_rels/theme2.xml.rels><?xml version="1.0" encoding="UTF-8"?>
<Relationships xmlns="http://schemas.openxmlformats.org/package/2006/relationships"><Relationship Id="rId1" Type="http://schemas.openxmlformats.org/officeDocument/2006/relationships/image" Target="../media/image3.png"/></Relationships>

</file>

<file path=ppt/theme/theme1.xml><?xml version="1.0" encoding="utf-8"?>
<a:theme xmlns:a="http://schemas.openxmlformats.org/drawingml/2006/main" xmlns:r="http://schemas.openxmlformats.org/officeDocument/2006/relationships" name="Parchment">
  <a:themeElements>
    <a:clrScheme name="Parchment">
      <a:dk1>
        <a:srgbClr val="3E231A"/>
      </a:dk1>
      <a:lt1>
        <a:srgbClr val="24383E"/>
      </a:lt1>
      <a:dk2>
        <a:srgbClr val="5C5E5F"/>
      </a:dk2>
      <a:lt2>
        <a:srgbClr val="CBCBCB"/>
      </a:lt2>
      <a:accent1>
        <a:srgbClr val="738CAB"/>
      </a:accent1>
      <a:accent2>
        <a:srgbClr val="7E9769"/>
      </a:accent2>
      <a:accent3>
        <a:srgbClr val="D3B64B"/>
      </a:accent3>
      <a:accent4>
        <a:srgbClr val="B99769"/>
      </a:accent4>
      <a:accent5>
        <a:srgbClr val="981800"/>
      </a:accent5>
      <a:accent6>
        <a:srgbClr val="9383A0"/>
      </a:accent6>
      <a:hlink>
        <a:srgbClr val="0000FF"/>
      </a:hlink>
      <a:folHlink>
        <a:srgbClr val="FF00FF"/>
      </a:folHlink>
    </a:clrScheme>
    <a:fontScheme name="Parchment">
      <a:majorFont>
        <a:latin typeface="Papyrus"/>
        <a:ea typeface="Papyrus"/>
        <a:cs typeface="Papyrus"/>
      </a:majorFont>
      <a:minorFont>
        <a:latin typeface="Papyrus"/>
        <a:ea typeface="Papyrus"/>
        <a:cs typeface="Papyrus"/>
      </a:minorFont>
    </a:fontScheme>
    <a:fmtScheme name="Parchm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50800" dist="25400" dir="5400000">
              <a:srgbClr val="000000">
                <a:alpha val="25000"/>
              </a:srgbClr>
            </a:outerShdw>
          </a:effectLst>
        </a:effectStyle>
        <a:effectStyle>
          <a:effectLst>
            <a:outerShdw sx="100000" sy="100000" kx="0" ky="0" algn="b" rotWithShape="0" blurRad="50800" dist="25400" dir="5400000">
              <a:srgbClr val="000000">
                <a:alpha val="25000"/>
              </a:srgbClr>
            </a:outerShdw>
          </a:effectLst>
        </a:effectStyle>
        <a:effectStyle>
          <a:effectLst>
            <a:outerShdw sx="100000" sy="100000" kx="0" ky="0" algn="b" rotWithShape="0" blurRad="50800" dist="25400" dir="5400000">
              <a:srgbClr val="000000">
                <a:alpha val="2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50800" dist="25400" dir="5400000">
            <a:srgbClr val="000000">
              <a:alpha val="25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FFFFFF"/>
            </a:solidFill>
            <a:effectLst>
              <a:outerShdw sx="100000" sy="100000" kx="0" ky="0" algn="b" rotWithShape="0" blurRad="76200" dist="12700" dir="5400000">
                <a:srgbClr val="000000">
                  <a:alpha val="50000"/>
                </a:srgbClr>
              </a:outerShdw>
            </a:effectLst>
            <a:uFillTx/>
            <a:latin typeface="+mn-lt"/>
            <a:ea typeface="+mn-ea"/>
            <a:cs typeface="+mn-cs"/>
            <a:sym typeface="Papyru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8100" cap="flat">
          <a:solidFill>
            <a:srgbClr val="3E231A"/>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5000" u="none" kumimoji="0" normalizeH="0">
            <a:ln>
              <a:noFill/>
            </a:ln>
            <a:solidFill>
              <a:srgbClr val="3E231A"/>
            </a:solidFill>
            <a:effectLst/>
            <a:uFillTx/>
            <a:latin typeface="+mn-lt"/>
            <a:ea typeface="+mn-ea"/>
            <a:cs typeface="+mn-cs"/>
            <a:sym typeface="Papyru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Parchment">
  <a:themeElements>
    <a:clrScheme name="Parchment">
      <a:dk1>
        <a:srgbClr val="000000"/>
      </a:dk1>
      <a:lt1>
        <a:srgbClr val="FFFFFF"/>
      </a:lt1>
      <a:dk2>
        <a:srgbClr val="5C5E5F"/>
      </a:dk2>
      <a:lt2>
        <a:srgbClr val="CBCBCB"/>
      </a:lt2>
      <a:accent1>
        <a:srgbClr val="738CAB"/>
      </a:accent1>
      <a:accent2>
        <a:srgbClr val="7E9769"/>
      </a:accent2>
      <a:accent3>
        <a:srgbClr val="D3B64B"/>
      </a:accent3>
      <a:accent4>
        <a:srgbClr val="B99769"/>
      </a:accent4>
      <a:accent5>
        <a:srgbClr val="981800"/>
      </a:accent5>
      <a:accent6>
        <a:srgbClr val="9383A0"/>
      </a:accent6>
      <a:hlink>
        <a:srgbClr val="0000FF"/>
      </a:hlink>
      <a:folHlink>
        <a:srgbClr val="FF00FF"/>
      </a:folHlink>
    </a:clrScheme>
    <a:fontScheme name="Parchment">
      <a:majorFont>
        <a:latin typeface="Papyrus"/>
        <a:ea typeface="Papyrus"/>
        <a:cs typeface="Papyrus"/>
      </a:majorFont>
      <a:minorFont>
        <a:latin typeface="Papyrus"/>
        <a:ea typeface="Papyrus"/>
        <a:cs typeface="Papyrus"/>
      </a:minorFont>
    </a:fontScheme>
    <a:fmtScheme name="Parchm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50800" dist="25400" dir="5400000">
              <a:srgbClr val="000000">
                <a:alpha val="25000"/>
              </a:srgbClr>
            </a:outerShdw>
          </a:effectLst>
        </a:effectStyle>
        <a:effectStyle>
          <a:effectLst>
            <a:outerShdw sx="100000" sy="100000" kx="0" ky="0" algn="b" rotWithShape="0" blurRad="50800" dist="25400" dir="5400000">
              <a:srgbClr val="000000">
                <a:alpha val="25000"/>
              </a:srgbClr>
            </a:outerShdw>
          </a:effectLst>
        </a:effectStyle>
        <a:effectStyle>
          <a:effectLst>
            <a:outerShdw sx="100000" sy="100000" kx="0" ky="0" algn="b" rotWithShape="0" blurRad="50800" dist="25400" dir="5400000">
              <a:srgbClr val="000000">
                <a:alpha val="2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outerShdw sx="100000" sy="100000" kx="0" ky="0" algn="b" rotWithShape="0" blurRad="50800" dist="25400" dir="5400000">
            <a:srgbClr val="000000">
              <a:alpha val="25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4200" u="none" kumimoji="0" normalizeH="0">
            <a:ln>
              <a:noFill/>
            </a:ln>
            <a:solidFill>
              <a:srgbClr val="FFFFFF"/>
            </a:solidFill>
            <a:effectLst>
              <a:outerShdw sx="100000" sy="100000" kx="0" ky="0" algn="b" rotWithShape="0" blurRad="76200" dist="12700" dir="5400000">
                <a:srgbClr val="000000">
                  <a:alpha val="50000"/>
                </a:srgbClr>
              </a:outerShdw>
            </a:effectLst>
            <a:uFillTx/>
            <a:latin typeface="+mn-lt"/>
            <a:ea typeface="+mn-ea"/>
            <a:cs typeface="+mn-cs"/>
            <a:sym typeface="Papyru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8100" cap="flat">
          <a:solidFill>
            <a:srgbClr val="3E231A"/>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5000" u="none" kumimoji="0" normalizeH="0">
            <a:ln>
              <a:noFill/>
            </a:ln>
            <a:solidFill>
              <a:srgbClr val="3E231A"/>
            </a:solidFill>
            <a:effectLst/>
            <a:uFillTx/>
            <a:latin typeface="+mn-lt"/>
            <a:ea typeface="+mn-ea"/>
            <a:cs typeface="+mn-cs"/>
            <a:sym typeface="Papyru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